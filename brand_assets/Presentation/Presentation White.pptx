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256" r:id="rId2"/>
    <p:sldId id="257" r:id="rId3"/>
    <p:sldId id="258" r:id="rId4"/>
    <p:sldId id="267" r:id="rId5"/>
    <p:sldId id="268" r:id="rId6"/>
    <p:sldId id="260" r:id="rId7"/>
    <p:sldId id="261" r:id="rId8"/>
    <p:sldId id="262" r:id="rId9"/>
    <p:sldId id="266" r:id="rId10"/>
    <p:sldId id="263" r:id="rId11"/>
    <p:sldId id="26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7A39B"/>
    <a:srgbClr val="66CBC4"/>
    <a:srgbClr val="FDB24D"/>
    <a:srgbClr val="74D0CA"/>
    <a:srgbClr val="2D2D2D"/>
    <a:srgbClr val="FFC26C"/>
    <a:srgbClr val="ABE3DF"/>
    <a:srgbClr val="8FD9D4"/>
    <a:srgbClr val="95DBD6"/>
    <a:srgbClr val="C0CB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999" autoAdjust="0"/>
    <p:restoredTop sz="94660"/>
  </p:normalViewPr>
  <p:slideViewPr>
    <p:cSldViewPr snapToGrid="0">
      <p:cViewPr varScale="1">
        <p:scale>
          <a:sx n="87" d="100"/>
          <a:sy n="87" d="100"/>
        </p:scale>
        <p:origin x="108" y="3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dLbls>
          <c:showLegendKey val="0"/>
          <c:showVal val="0"/>
          <c:showCatName val="0"/>
          <c:showSerName val="0"/>
          <c:showPercent val="0"/>
          <c:showBubbleSize val="0"/>
        </c:dLbls>
        <c:gapWidth val="13"/>
        <c:overlap val="-27"/>
        <c:axId val="1538923183"/>
        <c:axId val="1538923663"/>
      </c:barChart>
      <c:catAx>
        <c:axId val="153892318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538923663"/>
        <c:crosses val="autoZero"/>
        <c:auto val="1"/>
        <c:lblAlgn val="ctr"/>
        <c:lblOffset val="100"/>
        <c:noMultiLvlLbl val="0"/>
      </c:catAx>
      <c:valAx>
        <c:axId val="1538923663"/>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53892318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46849021966790533"/>
          <c:y val="0"/>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Age</c:v>
                </c:pt>
              </c:strCache>
            </c:strRef>
          </c:tx>
          <c:spPr>
            <a:gradFill>
              <a:gsLst>
                <a:gs pos="100000">
                  <a:srgbClr val="66CBC4">
                    <a:alpha val="99000"/>
                  </a:srgbClr>
                </a:gs>
                <a:gs pos="0">
                  <a:srgbClr val="3E768A"/>
                </a:gs>
              </a:gsLst>
              <a:lin ang="5400000" scaled="0"/>
            </a:gradFill>
            <a:ln>
              <a:noFill/>
            </a:ln>
            <a:effectLst/>
          </c:spPr>
          <c:invertIfNegative val="0"/>
          <c:cat>
            <c:strRef>
              <c:f>Sheet1!$A$2:$A$7</c:f>
              <c:strCache>
                <c:ptCount val="6"/>
                <c:pt idx="0">
                  <c:v>10 - 20</c:v>
                </c:pt>
                <c:pt idx="1">
                  <c:v>20 - 30</c:v>
                </c:pt>
                <c:pt idx="2">
                  <c:v>30 - 40</c:v>
                </c:pt>
                <c:pt idx="3">
                  <c:v>40 - 50</c:v>
                </c:pt>
                <c:pt idx="4">
                  <c:v>50 - 60</c:v>
                </c:pt>
                <c:pt idx="5">
                  <c:v>60 - 70</c:v>
                </c:pt>
              </c:strCache>
            </c:strRef>
          </c:cat>
          <c:val>
            <c:numRef>
              <c:f>Sheet1!$B$2:$B$7</c:f>
              <c:numCache>
                <c:formatCode>0%</c:formatCode>
                <c:ptCount val="6"/>
                <c:pt idx="0">
                  <c:v>0.05</c:v>
                </c:pt>
                <c:pt idx="1">
                  <c:v>0.25</c:v>
                </c:pt>
                <c:pt idx="2">
                  <c:v>0.39</c:v>
                </c:pt>
                <c:pt idx="3">
                  <c:v>0.18</c:v>
                </c:pt>
                <c:pt idx="4">
                  <c:v>0.12</c:v>
                </c:pt>
                <c:pt idx="5">
                  <c:v>0.08</c:v>
                </c:pt>
              </c:numCache>
            </c:numRef>
          </c:val>
          <c:extLst>
            <c:ext xmlns:c16="http://schemas.microsoft.com/office/drawing/2014/chart" uri="{C3380CC4-5D6E-409C-BE32-E72D297353CC}">
              <c16:uniqueId val="{00000000-15F0-4E80-9C51-36639C450C59}"/>
            </c:ext>
          </c:extLst>
        </c:ser>
        <c:dLbls>
          <c:showLegendKey val="0"/>
          <c:showVal val="0"/>
          <c:showCatName val="0"/>
          <c:showSerName val="0"/>
          <c:showPercent val="0"/>
          <c:showBubbleSize val="0"/>
        </c:dLbls>
        <c:gapWidth val="13"/>
        <c:overlap val="-27"/>
        <c:axId val="1538923183"/>
        <c:axId val="1538923663"/>
      </c:barChart>
      <c:catAx>
        <c:axId val="153892318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538923663"/>
        <c:crosses val="autoZero"/>
        <c:auto val="1"/>
        <c:lblAlgn val="ctr"/>
        <c:lblOffset val="100"/>
        <c:noMultiLvlLbl val="0"/>
      </c:catAx>
      <c:valAx>
        <c:axId val="1538923663"/>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53892318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97BCE9C-4D63-9B4A-578D-42FEE05C17D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21F1C0FE-9C4D-303F-3AE4-F54EFE8A989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799559-7945-4B37-8E8C-AF2B3502A241}" type="datetimeFigureOut">
              <a:rPr lang="en-GB" smtClean="0"/>
              <a:t>31/05/2023</a:t>
            </a:fld>
            <a:endParaRPr lang="en-GB"/>
          </a:p>
        </p:txBody>
      </p:sp>
      <p:sp>
        <p:nvSpPr>
          <p:cNvPr id="4" name="Footer Placeholder 3">
            <a:extLst>
              <a:ext uri="{FF2B5EF4-FFF2-40B4-BE49-F238E27FC236}">
                <a16:creationId xmlns:a16="http://schemas.microsoft.com/office/drawing/2014/main" id="{44EB2A49-8B27-747B-2082-A951F3CAFFD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0A1D42FE-458C-039D-2817-B5CB263AD7C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5A507E5-D7BB-41CE-8FBC-1EB008E06AE6}" type="slidenum">
              <a:rPr lang="en-GB" smtClean="0"/>
              <a:t>‹#›</a:t>
            </a:fld>
            <a:endParaRPr lang="en-GB"/>
          </a:p>
        </p:txBody>
      </p:sp>
    </p:spTree>
    <p:extLst>
      <p:ext uri="{BB962C8B-B14F-4D97-AF65-F5344CB8AC3E}">
        <p14:creationId xmlns:p14="http://schemas.microsoft.com/office/powerpoint/2010/main" val="928821270"/>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A29C08-1F95-44AE-AB75-76D28974DEDF}" type="datetimeFigureOut">
              <a:rPr lang="en-GB" smtClean="0"/>
              <a:t>31/05/2023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B8717B-9ED5-4346-B1E5-9C7A9AF0BEF4}" type="slidenum">
              <a:rPr lang="en-GB" smtClean="0"/>
              <a:t>‹#›</a:t>
            </a:fld>
            <a:endParaRPr lang="en-GB"/>
          </a:p>
        </p:txBody>
      </p:sp>
    </p:spTree>
    <p:extLst>
      <p:ext uri="{BB962C8B-B14F-4D97-AF65-F5344CB8AC3E}">
        <p14:creationId xmlns:p14="http://schemas.microsoft.com/office/powerpoint/2010/main" val="2792445719"/>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4F906-8D53-7552-C878-71EFA4C6340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1DD4F6C6-C035-4A68-6980-C83640F7F0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E81727C5-6DB4-600D-ED0F-C0DE31C66DE7}"/>
              </a:ext>
            </a:extLst>
          </p:cNvPr>
          <p:cNvSpPr>
            <a:spLocks noGrp="1"/>
          </p:cNvSpPr>
          <p:nvPr>
            <p:ph type="ftr" sz="quarter" idx="11"/>
          </p:nvPr>
        </p:nvSpPr>
        <p:spPr>
          <a:xfrm>
            <a:off x="266700" y="6356349"/>
            <a:ext cx="4114800" cy="365125"/>
          </a:xfrm>
        </p:spPr>
        <p:txBody>
          <a:bodyPr anchor="b"/>
          <a:lstStyle>
            <a:lvl1pPr algn="l">
              <a:defRPr sz="1400">
                <a:solidFill>
                  <a:srgbClr val="2D2D2D"/>
                </a:solidFill>
                <a:latin typeface="Switzer" pitchFamily="50" charset="0"/>
              </a:defRPr>
            </a:lvl1pPr>
          </a:lstStyle>
          <a:p>
            <a:r>
              <a:rPr lang="en-GB" dirty="0"/>
              <a:t>Project</a:t>
            </a:r>
          </a:p>
        </p:txBody>
      </p:sp>
      <p:sp>
        <p:nvSpPr>
          <p:cNvPr id="6" name="Slide Number Placeholder 5">
            <a:extLst>
              <a:ext uri="{FF2B5EF4-FFF2-40B4-BE49-F238E27FC236}">
                <a16:creationId xmlns:a16="http://schemas.microsoft.com/office/drawing/2014/main" id="{8F3B7848-FA10-3159-9B7F-82B9EB9D2976}"/>
              </a:ext>
            </a:extLst>
          </p:cNvPr>
          <p:cNvSpPr>
            <a:spLocks noGrp="1"/>
          </p:cNvSpPr>
          <p:nvPr>
            <p:ph type="sldNum" sz="quarter" idx="12"/>
          </p:nvPr>
        </p:nvSpPr>
        <p:spPr>
          <a:xfrm>
            <a:off x="9182100" y="6356349"/>
            <a:ext cx="2743200" cy="365125"/>
          </a:xfrm>
        </p:spPr>
        <p:txBody>
          <a:bodyPr anchor="b"/>
          <a:lstStyle>
            <a:lvl1pPr>
              <a:defRPr sz="1400">
                <a:solidFill>
                  <a:srgbClr val="2D2D2D"/>
                </a:solidFill>
                <a:latin typeface="Switzer" pitchFamily="50" charset="0"/>
              </a:defRPr>
            </a:lvl1pPr>
          </a:lstStyle>
          <a:p>
            <a:fld id="{A50A5AA7-2A79-44FA-9B95-83E5EFBB2F73}" type="slidenum">
              <a:rPr lang="en-GB" smtClean="0"/>
              <a:pPr/>
              <a:t>‹#›</a:t>
            </a:fld>
            <a:endParaRPr lang="en-GB" dirty="0"/>
          </a:p>
        </p:txBody>
      </p:sp>
    </p:spTree>
    <p:extLst>
      <p:ext uri="{BB962C8B-B14F-4D97-AF65-F5344CB8AC3E}">
        <p14:creationId xmlns:p14="http://schemas.microsoft.com/office/powerpoint/2010/main" val="30842878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77224-E3E6-B1DA-E738-F7284E8AE2C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606689B-EEBE-ABE9-FD22-A39F228866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ED29BBC-6D5E-27A4-CFCA-447E90AD71B5}"/>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E09160C0-561D-E1BF-738A-8878BAB12CE6}"/>
              </a:ext>
            </a:extLst>
          </p:cNvPr>
          <p:cNvSpPr>
            <a:spLocks noGrp="1"/>
          </p:cNvSpPr>
          <p:nvPr>
            <p:ph type="ftr" sz="quarter" idx="11"/>
          </p:nvPr>
        </p:nvSpPr>
        <p:spPr/>
        <p:txBody>
          <a:bodyPr/>
          <a:lstStyle/>
          <a:p>
            <a:r>
              <a:rPr lang="en-GB"/>
              <a:t>Project</a:t>
            </a:r>
          </a:p>
        </p:txBody>
      </p:sp>
      <p:sp>
        <p:nvSpPr>
          <p:cNvPr id="6" name="Slide Number Placeholder 5">
            <a:extLst>
              <a:ext uri="{FF2B5EF4-FFF2-40B4-BE49-F238E27FC236}">
                <a16:creationId xmlns:a16="http://schemas.microsoft.com/office/drawing/2014/main" id="{DF940240-D392-4718-6992-3B1CC00F1686}"/>
              </a:ext>
            </a:extLst>
          </p:cNvPr>
          <p:cNvSpPr>
            <a:spLocks noGrp="1"/>
          </p:cNvSpPr>
          <p:nvPr>
            <p:ph type="sldNum" sz="quarter" idx="12"/>
          </p:nvPr>
        </p:nvSpPr>
        <p:spPr/>
        <p:txBody>
          <a:bodyPr/>
          <a:lstStyle/>
          <a:p>
            <a:fld id="{A50A5AA7-2A79-44FA-9B95-83E5EFBB2F73}" type="slidenum">
              <a:rPr lang="en-GB" smtClean="0"/>
              <a:t>‹#›</a:t>
            </a:fld>
            <a:endParaRPr lang="en-GB"/>
          </a:p>
        </p:txBody>
      </p:sp>
    </p:spTree>
    <p:extLst>
      <p:ext uri="{BB962C8B-B14F-4D97-AF65-F5344CB8AC3E}">
        <p14:creationId xmlns:p14="http://schemas.microsoft.com/office/powerpoint/2010/main" val="10281260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F6D72-5E6F-A1B5-61B0-F6DC894450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3D695F31-B238-5DA1-7796-EB29D644F04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6663EA7-C9EA-73E3-AF03-BA8A6BA78F5A}"/>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02C927A3-A106-CEAD-083B-B2CBA18A30E4}"/>
              </a:ext>
            </a:extLst>
          </p:cNvPr>
          <p:cNvSpPr>
            <a:spLocks noGrp="1"/>
          </p:cNvSpPr>
          <p:nvPr>
            <p:ph type="ftr" sz="quarter" idx="11"/>
          </p:nvPr>
        </p:nvSpPr>
        <p:spPr/>
        <p:txBody>
          <a:bodyPr/>
          <a:lstStyle/>
          <a:p>
            <a:r>
              <a:rPr lang="en-GB"/>
              <a:t>Project</a:t>
            </a:r>
          </a:p>
        </p:txBody>
      </p:sp>
      <p:sp>
        <p:nvSpPr>
          <p:cNvPr id="6" name="Slide Number Placeholder 5">
            <a:extLst>
              <a:ext uri="{FF2B5EF4-FFF2-40B4-BE49-F238E27FC236}">
                <a16:creationId xmlns:a16="http://schemas.microsoft.com/office/drawing/2014/main" id="{0A4762BA-F6E6-AF92-3C3C-9B0C537A5EB2}"/>
              </a:ext>
            </a:extLst>
          </p:cNvPr>
          <p:cNvSpPr>
            <a:spLocks noGrp="1"/>
          </p:cNvSpPr>
          <p:nvPr>
            <p:ph type="sldNum" sz="quarter" idx="12"/>
          </p:nvPr>
        </p:nvSpPr>
        <p:spPr/>
        <p:txBody>
          <a:bodyPr/>
          <a:lstStyle/>
          <a:p>
            <a:fld id="{A50A5AA7-2A79-44FA-9B95-83E5EFBB2F73}" type="slidenum">
              <a:rPr lang="en-GB" smtClean="0"/>
              <a:t>‹#›</a:t>
            </a:fld>
            <a:endParaRPr lang="en-GB"/>
          </a:p>
        </p:txBody>
      </p:sp>
    </p:spTree>
    <p:extLst>
      <p:ext uri="{BB962C8B-B14F-4D97-AF65-F5344CB8AC3E}">
        <p14:creationId xmlns:p14="http://schemas.microsoft.com/office/powerpoint/2010/main" val="30559751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8B096-278E-6C42-DA43-A9A8E87536A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7BB23C3-7F33-B332-9CE9-1DADCF33EDA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FB0D7F75-5B4C-3C7B-0B32-35C99EDD0DB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3C983021-9B6B-B828-EC8F-374794F3C5C1}"/>
              </a:ext>
            </a:extLst>
          </p:cNvPr>
          <p:cNvSpPr>
            <a:spLocks noGrp="1"/>
          </p:cNvSpPr>
          <p:nvPr>
            <p:ph type="dt" sz="half" idx="10"/>
          </p:nvPr>
        </p:nvSpPr>
        <p:spPr/>
        <p:txBody>
          <a:bodyPr/>
          <a:lstStyle/>
          <a:p>
            <a:endParaRPr lang="en-GB"/>
          </a:p>
        </p:txBody>
      </p:sp>
      <p:sp>
        <p:nvSpPr>
          <p:cNvPr id="6" name="Footer Placeholder 5">
            <a:extLst>
              <a:ext uri="{FF2B5EF4-FFF2-40B4-BE49-F238E27FC236}">
                <a16:creationId xmlns:a16="http://schemas.microsoft.com/office/drawing/2014/main" id="{4B3FB97C-32BE-E766-B76C-30ED6C5114ED}"/>
              </a:ext>
            </a:extLst>
          </p:cNvPr>
          <p:cNvSpPr>
            <a:spLocks noGrp="1"/>
          </p:cNvSpPr>
          <p:nvPr>
            <p:ph type="ftr" sz="quarter" idx="11"/>
          </p:nvPr>
        </p:nvSpPr>
        <p:spPr/>
        <p:txBody>
          <a:bodyPr/>
          <a:lstStyle/>
          <a:p>
            <a:r>
              <a:rPr lang="en-GB"/>
              <a:t>Project</a:t>
            </a:r>
          </a:p>
        </p:txBody>
      </p:sp>
      <p:sp>
        <p:nvSpPr>
          <p:cNvPr id="7" name="Slide Number Placeholder 6">
            <a:extLst>
              <a:ext uri="{FF2B5EF4-FFF2-40B4-BE49-F238E27FC236}">
                <a16:creationId xmlns:a16="http://schemas.microsoft.com/office/drawing/2014/main" id="{B13EDA58-2B78-088C-EDD0-A0D5DB961D63}"/>
              </a:ext>
            </a:extLst>
          </p:cNvPr>
          <p:cNvSpPr>
            <a:spLocks noGrp="1"/>
          </p:cNvSpPr>
          <p:nvPr>
            <p:ph type="sldNum" sz="quarter" idx="12"/>
          </p:nvPr>
        </p:nvSpPr>
        <p:spPr/>
        <p:txBody>
          <a:bodyPr/>
          <a:lstStyle/>
          <a:p>
            <a:fld id="{A50A5AA7-2A79-44FA-9B95-83E5EFBB2F73}" type="slidenum">
              <a:rPr lang="en-GB" smtClean="0"/>
              <a:t>‹#›</a:t>
            </a:fld>
            <a:endParaRPr lang="en-GB"/>
          </a:p>
        </p:txBody>
      </p:sp>
    </p:spTree>
    <p:extLst>
      <p:ext uri="{BB962C8B-B14F-4D97-AF65-F5344CB8AC3E}">
        <p14:creationId xmlns:p14="http://schemas.microsoft.com/office/powerpoint/2010/main" val="2175007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3BA4F-3E64-2578-0B0B-9F341A4F2BC8}"/>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145BD29-D2A5-72EA-D755-D736CA32AF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631BA4-2C06-5886-3283-74F828B6FB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662916E-E488-EF28-E870-647718443F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834B8C-23E4-975E-F740-BB59A34296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6C5156CE-C43F-5E3F-57A6-48FC4493CC78}"/>
              </a:ext>
            </a:extLst>
          </p:cNvPr>
          <p:cNvSpPr>
            <a:spLocks noGrp="1"/>
          </p:cNvSpPr>
          <p:nvPr>
            <p:ph type="dt" sz="half" idx="10"/>
          </p:nvPr>
        </p:nvSpPr>
        <p:spPr/>
        <p:txBody>
          <a:bodyPr/>
          <a:lstStyle/>
          <a:p>
            <a:endParaRPr lang="en-GB"/>
          </a:p>
        </p:txBody>
      </p:sp>
      <p:sp>
        <p:nvSpPr>
          <p:cNvPr id="8" name="Footer Placeholder 7">
            <a:extLst>
              <a:ext uri="{FF2B5EF4-FFF2-40B4-BE49-F238E27FC236}">
                <a16:creationId xmlns:a16="http://schemas.microsoft.com/office/drawing/2014/main" id="{662014E7-841E-C1B6-1360-9E45D14629ED}"/>
              </a:ext>
            </a:extLst>
          </p:cNvPr>
          <p:cNvSpPr>
            <a:spLocks noGrp="1"/>
          </p:cNvSpPr>
          <p:nvPr>
            <p:ph type="ftr" sz="quarter" idx="11"/>
          </p:nvPr>
        </p:nvSpPr>
        <p:spPr/>
        <p:txBody>
          <a:bodyPr/>
          <a:lstStyle/>
          <a:p>
            <a:r>
              <a:rPr lang="en-GB"/>
              <a:t>Project</a:t>
            </a:r>
          </a:p>
        </p:txBody>
      </p:sp>
      <p:sp>
        <p:nvSpPr>
          <p:cNvPr id="9" name="Slide Number Placeholder 8">
            <a:extLst>
              <a:ext uri="{FF2B5EF4-FFF2-40B4-BE49-F238E27FC236}">
                <a16:creationId xmlns:a16="http://schemas.microsoft.com/office/drawing/2014/main" id="{150998D6-F632-916B-735B-85851D367E94}"/>
              </a:ext>
            </a:extLst>
          </p:cNvPr>
          <p:cNvSpPr>
            <a:spLocks noGrp="1"/>
          </p:cNvSpPr>
          <p:nvPr>
            <p:ph type="sldNum" sz="quarter" idx="12"/>
          </p:nvPr>
        </p:nvSpPr>
        <p:spPr/>
        <p:txBody>
          <a:bodyPr/>
          <a:lstStyle/>
          <a:p>
            <a:fld id="{A50A5AA7-2A79-44FA-9B95-83E5EFBB2F73}" type="slidenum">
              <a:rPr lang="en-GB" smtClean="0"/>
              <a:t>‹#›</a:t>
            </a:fld>
            <a:endParaRPr lang="en-GB"/>
          </a:p>
        </p:txBody>
      </p:sp>
    </p:spTree>
    <p:extLst>
      <p:ext uri="{BB962C8B-B14F-4D97-AF65-F5344CB8AC3E}">
        <p14:creationId xmlns:p14="http://schemas.microsoft.com/office/powerpoint/2010/main" val="919873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1CEFD-EAD7-66D0-8299-47D2C45569DB}"/>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0882BFF9-C4D5-015A-A2BE-82EFFE15807F}"/>
              </a:ext>
            </a:extLst>
          </p:cNvPr>
          <p:cNvSpPr>
            <a:spLocks noGrp="1"/>
          </p:cNvSpPr>
          <p:nvPr>
            <p:ph type="dt" sz="half" idx="10"/>
          </p:nvPr>
        </p:nvSpPr>
        <p:spPr/>
        <p:txBody>
          <a:bodyPr/>
          <a:lstStyle/>
          <a:p>
            <a:endParaRPr lang="en-GB"/>
          </a:p>
        </p:txBody>
      </p:sp>
      <p:sp>
        <p:nvSpPr>
          <p:cNvPr id="4" name="Footer Placeholder 3">
            <a:extLst>
              <a:ext uri="{FF2B5EF4-FFF2-40B4-BE49-F238E27FC236}">
                <a16:creationId xmlns:a16="http://schemas.microsoft.com/office/drawing/2014/main" id="{DF25CBBE-1C21-E33C-61A0-9D6AC3214CF7}"/>
              </a:ext>
            </a:extLst>
          </p:cNvPr>
          <p:cNvSpPr>
            <a:spLocks noGrp="1"/>
          </p:cNvSpPr>
          <p:nvPr>
            <p:ph type="ftr" sz="quarter" idx="11"/>
          </p:nvPr>
        </p:nvSpPr>
        <p:spPr/>
        <p:txBody>
          <a:bodyPr/>
          <a:lstStyle/>
          <a:p>
            <a:r>
              <a:rPr lang="en-GB"/>
              <a:t>Project</a:t>
            </a:r>
          </a:p>
        </p:txBody>
      </p:sp>
      <p:sp>
        <p:nvSpPr>
          <p:cNvPr id="5" name="Slide Number Placeholder 4">
            <a:extLst>
              <a:ext uri="{FF2B5EF4-FFF2-40B4-BE49-F238E27FC236}">
                <a16:creationId xmlns:a16="http://schemas.microsoft.com/office/drawing/2014/main" id="{37A66E7F-2633-8067-6175-6A4DC1CC181F}"/>
              </a:ext>
            </a:extLst>
          </p:cNvPr>
          <p:cNvSpPr>
            <a:spLocks noGrp="1"/>
          </p:cNvSpPr>
          <p:nvPr>
            <p:ph type="sldNum" sz="quarter" idx="12"/>
          </p:nvPr>
        </p:nvSpPr>
        <p:spPr/>
        <p:txBody>
          <a:bodyPr/>
          <a:lstStyle/>
          <a:p>
            <a:fld id="{A50A5AA7-2A79-44FA-9B95-83E5EFBB2F73}" type="slidenum">
              <a:rPr lang="en-GB" smtClean="0"/>
              <a:t>‹#›</a:t>
            </a:fld>
            <a:endParaRPr lang="en-GB"/>
          </a:p>
        </p:txBody>
      </p:sp>
    </p:spTree>
    <p:extLst>
      <p:ext uri="{BB962C8B-B14F-4D97-AF65-F5344CB8AC3E}">
        <p14:creationId xmlns:p14="http://schemas.microsoft.com/office/powerpoint/2010/main" val="3733366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9B8CFA-1760-370E-ACD9-294E24231D17}"/>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05223B6A-ADF9-B751-818E-A7D79DDFD0B2}"/>
              </a:ext>
            </a:extLst>
          </p:cNvPr>
          <p:cNvSpPr>
            <a:spLocks noGrp="1"/>
          </p:cNvSpPr>
          <p:nvPr>
            <p:ph type="ftr" sz="quarter" idx="11"/>
          </p:nvPr>
        </p:nvSpPr>
        <p:spPr/>
        <p:txBody>
          <a:bodyPr/>
          <a:lstStyle/>
          <a:p>
            <a:r>
              <a:rPr lang="en-GB"/>
              <a:t>Project</a:t>
            </a:r>
          </a:p>
        </p:txBody>
      </p:sp>
      <p:sp>
        <p:nvSpPr>
          <p:cNvPr id="4" name="Slide Number Placeholder 3">
            <a:extLst>
              <a:ext uri="{FF2B5EF4-FFF2-40B4-BE49-F238E27FC236}">
                <a16:creationId xmlns:a16="http://schemas.microsoft.com/office/drawing/2014/main" id="{D10372DB-9EE8-FAD3-BA9A-A80D3D3F8D6C}"/>
              </a:ext>
            </a:extLst>
          </p:cNvPr>
          <p:cNvSpPr>
            <a:spLocks noGrp="1"/>
          </p:cNvSpPr>
          <p:nvPr>
            <p:ph type="sldNum" sz="quarter" idx="12"/>
          </p:nvPr>
        </p:nvSpPr>
        <p:spPr/>
        <p:txBody>
          <a:bodyPr/>
          <a:lstStyle/>
          <a:p>
            <a:fld id="{A50A5AA7-2A79-44FA-9B95-83E5EFBB2F73}" type="slidenum">
              <a:rPr lang="en-GB" smtClean="0"/>
              <a:t>‹#›</a:t>
            </a:fld>
            <a:endParaRPr lang="en-GB"/>
          </a:p>
        </p:txBody>
      </p:sp>
    </p:spTree>
    <p:extLst>
      <p:ext uri="{BB962C8B-B14F-4D97-AF65-F5344CB8AC3E}">
        <p14:creationId xmlns:p14="http://schemas.microsoft.com/office/powerpoint/2010/main" val="1999872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27A7C-509B-047C-18D3-C42A3B9821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FA0B8CC-642F-A2F1-33B8-A703F2856E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9EB9995B-4B06-D1C9-CF90-6981FDDEE7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64DB94-0DDE-240F-062D-D8C48503B1A4}"/>
              </a:ext>
            </a:extLst>
          </p:cNvPr>
          <p:cNvSpPr>
            <a:spLocks noGrp="1"/>
          </p:cNvSpPr>
          <p:nvPr>
            <p:ph type="dt" sz="half" idx="10"/>
          </p:nvPr>
        </p:nvSpPr>
        <p:spPr/>
        <p:txBody>
          <a:bodyPr/>
          <a:lstStyle/>
          <a:p>
            <a:endParaRPr lang="en-GB"/>
          </a:p>
        </p:txBody>
      </p:sp>
      <p:sp>
        <p:nvSpPr>
          <p:cNvPr id="6" name="Footer Placeholder 5">
            <a:extLst>
              <a:ext uri="{FF2B5EF4-FFF2-40B4-BE49-F238E27FC236}">
                <a16:creationId xmlns:a16="http://schemas.microsoft.com/office/drawing/2014/main" id="{4FF80760-41E1-D166-162A-92D34B7115A9}"/>
              </a:ext>
            </a:extLst>
          </p:cNvPr>
          <p:cNvSpPr>
            <a:spLocks noGrp="1"/>
          </p:cNvSpPr>
          <p:nvPr>
            <p:ph type="ftr" sz="quarter" idx="11"/>
          </p:nvPr>
        </p:nvSpPr>
        <p:spPr/>
        <p:txBody>
          <a:bodyPr/>
          <a:lstStyle/>
          <a:p>
            <a:r>
              <a:rPr lang="en-GB"/>
              <a:t>Project</a:t>
            </a:r>
          </a:p>
        </p:txBody>
      </p:sp>
      <p:sp>
        <p:nvSpPr>
          <p:cNvPr id="7" name="Slide Number Placeholder 6">
            <a:extLst>
              <a:ext uri="{FF2B5EF4-FFF2-40B4-BE49-F238E27FC236}">
                <a16:creationId xmlns:a16="http://schemas.microsoft.com/office/drawing/2014/main" id="{D5F15682-459E-B512-18D2-87C61C76455F}"/>
              </a:ext>
            </a:extLst>
          </p:cNvPr>
          <p:cNvSpPr>
            <a:spLocks noGrp="1"/>
          </p:cNvSpPr>
          <p:nvPr>
            <p:ph type="sldNum" sz="quarter" idx="12"/>
          </p:nvPr>
        </p:nvSpPr>
        <p:spPr/>
        <p:txBody>
          <a:bodyPr/>
          <a:lstStyle/>
          <a:p>
            <a:fld id="{A50A5AA7-2A79-44FA-9B95-83E5EFBB2F73}" type="slidenum">
              <a:rPr lang="en-GB" smtClean="0"/>
              <a:t>‹#›</a:t>
            </a:fld>
            <a:endParaRPr lang="en-GB"/>
          </a:p>
        </p:txBody>
      </p:sp>
    </p:spTree>
    <p:extLst>
      <p:ext uri="{BB962C8B-B14F-4D97-AF65-F5344CB8AC3E}">
        <p14:creationId xmlns:p14="http://schemas.microsoft.com/office/powerpoint/2010/main" val="34733089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E79CB-AD1F-3BD7-4913-EBEAA70364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9B2DCBBD-98E6-C50E-AC3B-6ECC928B84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0FD8F5C-CC90-B628-88D5-A9563EFDB0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E84F59-A985-F27C-FDA9-21CC09CE10CF}"/>
              </a:ext>
            </a:extLst>
          </p:cNvPr>
          <p:cNvSpPr>
            <a:spLocks noGrp="1"/>
          </p:cNvSpPr>
          <p:nvPr>
            <p:ph type="dt" sz="half" idx="10"/>
          </p:nvPr>
        </p:nvSpPr>
        <p:spPr/>
        <p:txBody>
          <a:bodyPr/>
          <a:lstStyle/>
          <a:p>
            <a:endParaRPr lang="en-GB"/>
          </a:p>
        </p:txBody>
      </p:sp>
      <p:sp>
        <p:nvSpPr>
          <p:cNvPr id="6" name="Footer Placeholder 5">
            <a:extLst>
              <a:ext uri="{FF2B5EF4-FFF2-40B4-BE49-F238E27FC236}">
                <a16:creationId xmlns:a16="http://schemas.microsoft.com/office/drawing/2014/main" id="{8673A5DF-1A26-05DD-59A5-A37A70856366}"/>
              </a:ext>
            </a:extLst>
          </p:cNvPr>
          <p:cNvSpPr>
            <a:spLocks noGrp="1"/>
          </p:cNvSpPr>
          <p:nvPr>
            <p:ph type="ftr" sz="quarter" idx="11"/>
          </p:nvPr>
        </p:nvSpPr>
        <p:spPr/>
        <p:txBody>
          <a:bodyPr/>
          <a:lstStyle/>
          <a:p>
            <a:r>
              <a:rPr lang="en-GB"/>
              <a:t>Project</a:t>
            </a:r>
          </a:p>
        </p:txBody>
      </p:sp>
      <p:sp>
        <p:nvSpPr>
          <p:cNvPr id="7" name="Slide Number Placeholder 6">
            <a:extLst>
              <a:ext uri="{FF2B5EF4-FFF2-40B4-BE49-F238E27FC236}">
                <a16:creationId xmlns:a16="http://schemas.microsoft.com/office/drawing/2014/main" id="{AF7E896C-345B-A910-A0CA-E66654257B14}"/>
              </a:ext>
            </a:extLst>
          </p:cNvPr>
          <p:cNvSpPr>
            <a:spLocks noGrp="1"/>
          </p:cNvSpPr>
          <p:nvPr>
            <p:ph type="sldNum" sz="quarter" idx="12"/>
          </p:nvPr>
        </p:nvSpPr>
        <p:spPr/>
        <p:txBody>
          <a:bodyPr/>
          <a:lstStyle/>
          <a:p>
            <a:fld id="{A50A5AA7-2A79-44FA-9B95-83E5EFBB2F73}" type="slidenum">
              <a:rPr lang="en-GB" smtClean="0"/>
              <a:t>‹#›</a:t>
            </a:fld>
            <a:endParaRPr lang="en-GB"/>
          </a:p>
        </p:txBody>
      </p:sp>
    </p:spTree>
    <p:extLst>
      <p:ext uri="{BB962C8B-B14F-4D97-AF65-F5344CB8AC3E}">
        <p14:creationId xmlns:p14="http://schemas.microsoft.com/office/powerpoint/2010/main" val="1144770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9335F-D6A1-6AD2-8281-D3B75B6D6F05}"/>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D3C4D9D-2FDE-E921-2935-DD79C808F15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ED1FACB-D30A-1475-FED9-114B4721001B}"/>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49B2C9DF-D6B3-A50D-CBBC-543249DE60F9}"/>
              </a:ext>
            </a:extLst>
          </p:cNvPr>
          <p:cNvSpPr>
            <a:spLocks noGrp="1"/>
          </p:cNvSpPr>
          <p:nvPr>
            <p:ph type="ftr" sz="quarter" idx="11"/>
          </p:nvPr>
        </p:nvSpPr>
        <p:spPr/>
        <p:txBody>
          <a:bodyPr/>
          <a:lstStyle/>
          <a:p>
            <a:r>
              <a:rPr lang="en-GB"/>
              <a:t>Project</a:t>
            </a:r>
          </a:p>
        </p:txBody>
      </p:sp>
      <p:sp>
        <p:nvSpPr>
          <p:cNvPr id="6" name="Slide Number Placeholder 5">
            <a:extLst>
              <a:ext uri="{FF2B5EF4-FFF2-40B4-BE49-F238E27FC236}">
                <a16:creationId xmlns:a16="http://schemas.microsoft.com/office/drawing/2014/main" id="{E0FA42C4-63FD-EAB4-CE36-6616B908D7AC}"/>
              </a:ext>
            </a:extLst>
          </p:cNvPr>
          <p:cNvSpPr>
            <a:spLocks noGrp="1"/>
          </p:cNvSpPr>
          <p:nvPr>
            <p:ph type="sldNum" sz="quarter" idx="12"/>
          </p:nvPr>
        </p:nvSpPr>
        <p:spPr/>
        <p:txBody>
          <a:bodyPr/>
          <a:lstStyle/>
          <a:p>
            <a:fld id="{A50A5AA7-2A79-44FA-9B95-83E5EFBB2F73}" type="slidenum">
              <a:rPr lang="en-GB" smtClean="0"/>
              <a:t>‹#›</a:t>
            </a:fld>
            <a:endParaRPr lang="en-GB"/>
          </a:p>
        </p:txBody>
      </p:sp>
    </p:spTree>
    <p:extLst>
      <p:ext uri="{BB962C8B-B14F-4D97-AF65-F5344CB8AC3E}">
        <p14:creationId xmlns:p14="http://schemas.microsoft.com/office/powerpoint/2010/main" val="26202720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FD7404-A8C9-51AA-9EE8-EBFFC784081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E128E64-BFD9-EC29-4686-4288AEB3AB7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E79F7CD-7837-E18F-077C-A5503F998BA5}"/>
              </a:ext>
            </a:extLst>
          </p:cNvPr>
          <p:cNvSpPr>
            <a:spLocks noGrp="1"/>
          </p:cNvSpPr>
          <p:nvPr>
            <p:ph type="dt" sz="half" idx="10"/>
          </p:nvPr>
        </p:nvSpPr>
        <p:spPr/>
        <p:txBody>
          <a:bodyPr/>
          <a:lstStyle/>
          <a:p>
            <a:endParaRPr lang="en-GB"/>
          </a:p>
        </p:txBody>
      </p:sp>
      <p:sp>
        <p:nvSpPr>
          <p:cNvPr id="5" name="Footer Placeholder 4">
            <a:extLst>
              <a:ext uri="{FF2B5EF4-FFF2-40B4-BE49-F238E27FC236}">
                <a16:creationId xmlns:a16="http://schemas.microsoft.com/office/drawing/2014/main" id="{DD1380C3-CB8A-D0EF-6D30-14A95A9A62BA}"/>
              </a:ext>
            </a:extLst>
          </p:cNvPr>
          <p:cNvSpPr>
            <a:spLocks noGrp="1"/>
          </p:cNvSpPr>
          <p:nvPr>
            <p:ph type="ftr" sz="quarter" idx="11"/>
          </p:nvPr>
        </p:nvSpPr>
        <p:spPr/>
        <p:txBody>
          <a:bodyPr/>
          <a:lstStyle/>
          <a:p>
            <a:r>
              <a:rPr lang="en-GB"/>
              <a:t>Project</a:t>
            </a:r>
          </a:p>
        </p:txBody>
      </p:sp>
      <p:sp>
        <p:nvSpPr>
          <p:cNvPr id="6" name="Slide Number Placeholder 5">
            <a:extLst>
              <a:ext uri="{FF2B5EF4-FFF2-40B4-BE49-F238E27FC236}">
                <a16:creationId xmlns:a16="http://schemas.microsoft.com/office/drawing/2014/main" id="{575F1431-35E5-D33D-CCC8-87F31B96800F}"/>
              </a:ext>
            </a:extLst>
          </p:cNvPr>
          <p:cNvSpPr>
            <a:spLocks noGrp="1"/>
          </p:cNvSpPr>
          <p:nvPr>
            <p:ph type="sldNum" sz="quarter" idx="12"/>
          </p:nvPr>
        </p:nvSpPr>
        <p:spPr/>
        <p:txBody>
          <a:bodyPr/>
          <a:lstStyle/>
          <a:p>
            <a:fld id="{A50A5AA7-2A79-44FA-9B95-83E5EFBB2F73}" type="slidenum">
              <a:rPr lang="en-GB" smtClean="0"/>
              <a:t>‹#›</a:t>
            </a:fld>
            <a:endParaRPr lang="en-GB"/>
          </a:p>
        </p:txBody>
      </p:sp>
    </p:spTree>
    <p:extLst>
      <p:ext uri="{BB962C8B-B14F-4D97-AF65-F5344CB8AC3E}">
        <p14:creationId xmlns:p14="http://schemas.microsoft.com/office/powerpoint/2010/main" val="23462651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DF6AF3-DE5C-B6B5-B281-C1C94DAA2F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326C207-8BD7-1786-EFE0-7386221639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DD94321-1AC6-7BD5-2A9A-4BE01A0D15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GB"/>
          </a:p>
        </p:txBody>
      </p:sp>
      <p:sp>
        <p:nvSpPr>
          <p:cNvPr id="5" name="Footer Placeholder 4">
            <a:extLst>
              <a:ext uri="{FF2B5EF4-FFF2-40B4-BE49-F238E27FC236}">
                <a16:creationId xmlns:a16="http://schemas.microsoft.com/office/drawing/2014/main" id="{1771D8A3-6CA8-C7C1-876F-0CC0F08C71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Project</a:t>
            </a:r>
          </a:p>
        </p:txBody>
      </p:sp>
      <p:sp>
        <p:nvSpPr>
          <p:cNvPr id="6" name="Slide Number Placeholder 5">
            <a:extLst>
              <a:ext uri="{FF2B5EF4-FFF2-40B4-BE49-F238E27FC236}">
                <a16:creationId xmlns:a16="http://schemas.microsoft.com/office/drawing/2014/main" id="{FF2150F9-076E-D76A-5924-E022BC502BA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0A5AA7-2A79-44FA-9B95-83E5EFBB2F73}" type="slidenum">
              <a:rPr lang="en-GB" smtClean="0"/>
              <a:t>‹#›</a:t>
            </a:fld>
            <a:endParaRPr lang="en-GB"/>
          </a:p>
        </p:txBody>
      </p:sp>
    </p:spTree>
    <p:extLst>
      <p:ext uri="{BB962C8B-B14F-4D97-AF65-F5344CB8AC3E}">
        <p14:creationId xmlns:p14="http://schemas.microsoft.com/office/powerpoint/2010/main" val="32076263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8A4CB7C-D1D0-EDDE-8DF4-71F4D9437EA4}"/>
              </a:ext>
            </a:extLst>
          </p:cNvPr>
          <p:cNvSpPr txBox="1"/>
          <p:nvPr/>
        </p:nvSpPr>
        <p:spPr>
          <a:xfrm>
            <a:off x="622300" y="4447627"/>
            <a:ext cx="9740900" cy="1785104"/>
          </a:xfrm>
          <a:prstGeom prst="rect">
            <a:avLst/>
          </a:prstGeom>
          <a:noFill/>
        </p:spPr>
        <p:txBody>
          <a:bodyPr wrap="square" rtlCol="0">
            <a:spAutoFit/>
          </a:bodyPr>
          <a:lstStyle/>
          <a:p>
            <a:r>
              <a:rPr lang="en-GB" sz="11000" dirty="0">
                <a:solidFill>
                  <a:srgbClr val="2D2D2D"/>
                </a:solidFill>
                <a:latin typeface="Libre Baskerville" panose="02000000000000000000" pitchFamily="2" charset="0"/>
              </a:rPr>
              <a:t>Title</a:t>
            </a:r>
          </a:p>
        </p:txBody>
      </p:sp>
      <p:pic>
        <p:nvPicPr>
          <p:cNvPr id="3" name="Picture 2">
            <a:extLst>
              <a:ext uri="{FF2B5EF4-FFF2-40B4-BE49-F238E27FC236}">
                <a16:creationId xmlns:a16="http://schemas.microsoft.com/office/drawing/2014/main" id="{137F6BC1-84DA-A127-2844-9DD3C90CFA43}"/>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22300" y="584703"/>
            <a:ext cx="2958182" cy="672159"/>
          </a:xfrm>
          <a:prstGeom prst="rect">
            <a:avLst/>
          </a:prstGeom>
        </p:spPr>
      </p:pic>
      <p:sp>
        <p:nvSpPr>
          <p:cNvPr id="10" name="Slide Number Placeholder 9">
            <a:extLst>
              <a:ext uri="{FF2B5EF4-FFF2-40B4-BE49-F238E27FC236}">
                <a16:creationId xmlns:a16="http://schemas.microsoft.com/office/drawing/2014/main" id="{9839C732-F5E3-DDDC-09AD-0AA180D6CD69}"/>
              </a:ext>
            </a:extLst>
          </p:cNvPr>
          <p:cNvSpPr>
            <a:spLocks noGrp="1"/>
          </p:cNvSpPr>
          <p:nvPr>
            <p:ph type="sldNum" sz="quarter" idx="12"/>
          </p:nvPr>
        </p:nvSpPr>
        <p:spPr/>
        <p:txBody>
          <a:bodyPr/>
          <a:lstStyle/>
          <a:p>
            <a:fld id="{A50A5AA7-2A79-44FA-9B95-83E5EFBB2F73}" type="slidenum">
              <a:rPr lang="en-GB" smtClean="0"/>
              <a:pPr/>
              <a:t>1</a:t>
            </a:fld>
            <a:endParaRPr lang="en-GB" dirty="0"/>
          </a:p>
        </p:txBody>
      </p:sp>
    </p:spTree>
    <p:extLst>
      <p:ext uri="{BB962C8B-B14F-4D97-AF65-F5344CB8AC3E}">
        <p14:creationId xmlns:p14="http://schemas.microsoft.com/office/powerpoint/2010/main" val="6892597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AA0423-0F98-26DB-173F-D0EBFA3671A7}"/>
              </a:ext>
            </a:extLst>
          </p:cNvPr>
          <p:cNvSpPr/>
          <p:nvPr/>
        </p:nvSpPr>
        <p:spPr>
          <a:xfrm>
            <a:off x="3187701" y="1656728"/>
            <a:ext cx="1187450" cy="162997"/>
          </a:xfrm>
          <a:prstGeom prst="rect">
            <a:avLst/>
          </a:prstGeom>
          <a:solidFill>
            <a:srgbClr val="FFC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38A4CB7C-D1D0-EDDE-8DF4-71F4D9437EA4}"/>
              </a:ext>
            </a:extLst>
          </p:cNvPr>
          <p:cNvSpPr txBox="1"/>
          <p:nvPr/>
        </p:nvSpPr>
        <p:spPr>
          <a:xfrm>
            <a:off x="654958" y="1331690"/>
            <a:ext cx="5441042" cy="584775"/>
          </a:xfrm>
          <a:prstGeom prst="rect">
            <a:avLst/>
          </a:prstGeom>
          <a:noFill/>
        </p:spPr>
        <p:txBody>
          <a:bodyPr wrap="square" rtlCol="0">
            <a:spAutoFit/>
          </a:bodyPr>
          <a:lstStyle/>
          <a:p>
            <a:r>
              <a:rPr lang="en-GB" sz="3200" b="1" dirty="0">
                <a:solidFill>
                  <a:srgbClr val="2D2D2D"/>
                </a:solidFill>
                <a:latin typeface="Libre Baskerville" panose="02000000000000000000" pitchFamily="2" charset="0"/>
              </a:rPr>
              <a:t>Table of Content</a:t>
            </a:r>
          </a:p>
        </p:txBody>
      </p:sp>
      <p:sp>
        <p:nvSpPr>
          <p:cNvPr id="2" name="TextBox 1">
            <a:extLst>
              <a:ext uri="{FF2B5EF4-FFF2-40B4-BE49-F238E27FC236}">
                <a16:creationId xmlns:a16="http://schemas.microsoft.com/office/drawing/2014/main" id="{2B574BD8-9138-C6EE-55D9-CC56FED13FBD}"/>
              </a:ext>
            </a:extLst>
          </p:cNvPr>
          <p:cNvSpPr txBox="1"/>
          <p:nvPr/>
        </p:nvSpPr>
        <p:spPr>
          <a:xfrm>
            <a:off x="1828800" y="2167562"/>
            <a:ext cx="5441042" cy="3732817"/>
          </a:xfrm>
          <a:prstGeom prst="rect">
            <a:avLst/>
          </a:prstGeom>
          <a:noFill/>
        </p:spPr>
        <p:txBody>
          <a:bodyPr wrap="square" rtlCol="0">
            <a:spAutoFit/>
          </a:bodyPr>
          <a:lstStyle/>
          <a:p>
            <a:pPr marL="342900" indent="-342900">
              <a:lnSpc>
                <a:spcPct val="150000"/>
              </a:lnSpc>
              <a:buFont typeface="+mj-lt"/>
              <a:buAutoNum type="arabicPeriod"/>
            </a:pPr>
            <a:r>
              <a:rPr lang="en-GB" sz="2000" dirty="0">
                <a:solidFill>
                  <a:srgbClr val="2D2D2D"/>
                </a:solidFill>
                <a:latin typeface="Switzer" pitchFamily="50" charset="0"/>
              </a:rPr>
              <a:t>Introduction</a:t>
            </a:r>
          </a:p>
          <a:p>
            <a:pPr marL="342900" indent="-342900">
              <a:lnSpc>
                <a:spcPct val="150000"/>
              </a:lnSpc>
              <a:buFont typeface="+mj-lt"/>
              <a:buAutoNum type="arabicPeriod"/>
            </a:pPr>
            <a:r>
              <a:rPr lang="en-GB" sz="2000" dirty="0">
                <a:solidFill>
                  <a:srgbClr val="2D2D2D"/>
                </a:solidFill>
                <a:latin typeface="Switzer" pitchFamily="50" charset="0"/>
              </a:rPr>
              <a:t>Our Vision</a:t>
            </a:r>
          </a:p>
          <a:p>
            <a:pPr marL="342900" indent="-342900">
              <a:lnSpc>
                <a:spcPct val="150000"/>
              </a:lnSpc>
              <a:buFont typeface="+mj-lt"/>
              <a:buAutoNum type="arabicPeriod"/>
            </a:pPr>
            <a:r>
              <a:rPr lang="en-GB" sz="2000" dirty="0">
                <a:solidFill>
                  <a:srgbClr val="2D2D2D"/>
                </a:solidFill>
                <a:latin typeface="Switzer" pitchFamily="50" charset="0"/>
              </a:rPr>
              <a:t>Our Mission</a:t>
            </a:r>
          </a:p>
          <a:p>
            <a:pPr marL="342900" indent="-342900">
              <a:lnSpc>
                <a:spcPct val="150000"/>
              </a:lnSpc>
              <a:buFont typeface="+mj-lt"/>
              <a:buAutoNum type="arabicPeriod"/>
            </a:pPr>
            <a:r>
              <a:rPr lang="en-GB" sz="2000" dirty="0">
                <a:solidFill>
                  <a:srgbClr val="2D2D2D"/>
                </a:solidFill>
                <a:latin typeface="Switzer" pitchFamily="50" charset="0"/>
              </a:rPr>
              <a:t>Problem and Solution</a:t>
            </a:r>
          </a:p>
          <a:p>
            <a:pPr marL="342900" indent="-342900">
              <a:lnSpc>
                <a:spcPct val="150000"/>
              </a:lnSpc>
              <a:buFont typeface="+mj-lt"/>
              <a:buAutoNum type="arabicPeriod"/>
            </a:pPr>
            <a:r>
              <a:rPr lang="en-GB" sz="2000" dirty="0">
                <a:solidFill>
                  <a:srgbClr val="2D2D2D"/>
                </a:solidFill>
                <a:latin typeface="Switzer" pitchFamily="50" charset="0"/>
              </a:rPr>
              <a:t>Market Opportunity</a:t>
            </a:r>
          </a:p>
          <a:p>
            <a:pPr marL="342900" indent="-342900">
              <a:lnSpc>
                <a:spcPct val="150000"/>
              </a:lnSpc>
              <a:buFont typeface="+mj-lt"/>
              <a:buAutoNum type="arabicPeriod"/>
            </a:pPr>
            <a:r>
              <a:rPr lang="en-GB" sz="2000" dirty="0">
                <a:solidFill>
                  <a:srgbClr val="2D2D2D"/>
                </a:solidFill>
                <a:latin typeface="Switzer" pitchFamily="50" charset="0"/>
              </a:rPr>
              <a:t>Product Demo</a:t>
            </a:r>
          </a:p>
          <a:p>
            <a:pPr marL="342900" indent="-342900">
              <a:lnSpc>
                <a:spcPct val="150000"/>
              </a:lnSpc>
              <a:buFont typeface="+mj-lt"/>
              <a:buAutoNum type="arabicPeriod"/>
            </a:pPr>
            <a:r>
              <a:rPr lang="en-GB" sz="2000" dirty="0">
                <a:solidFill>
                  <a:srgbClr val="2D2D2D"/>
                </a:solidFill>
                <a:latin typeface="Switzer" pitchFamily="50" charset="0"/>
              </a:rPr>
              <a:t>Team and Timeline</a:t>
            </a:r>
          </a:p>
          <a:p>
            <a:pPr marL="342900" indent="-342900">
              <a:lnSpc>
                <a:spcPct val="150000"/>
              </a:lnSpc>
              <a:buFont typeface="+mj-lt"/>
              <a:buAutoNum type="arabicPeriod"/>
            </a:pPr>
            <a:r>
              <a:rPr lang="en-GB" sz="2000" dirty="0">
                <a:solidFill>
                  <a:srgbClr val="2D2D2D"/>
                </a:solidFill>
                <a:latin typeface="Switzer" pitchFamily="50" charset="0"/>
              </a:rPr>
              <a:t>Financial and Metrics</a:t>
            </a:r>
            <a:endParaRPr lang="en-GB" sz="2400" dirty="0">
              <a:solidFill>
                <a:srgbClr val="2D2D2D"/>
              </a:solidFill>
              <a:latin typeface="Switzer" pitchFamily="50" charset="0"/>
            </a:endParaRPr>
          </a:p>
        </p:txBody>
      </p:sp>
      <p:sp>
        <p:nvSpPr>
          <p:cNvPr id="5" name="Footer Placeholder 4">
            <a:extLst>
              <a:ext uri="{FF2B5EF4-FFF2-40B4-BE49-F238E27FC236}">
                <a16:creationId xmlns:a16="http://schemas.microsoft.com/office/drawing/2014/main" id="{3CADC19E-4543-EAA8-CE73-42DD61C30D1A}"/>
              </a:ext>
            </a:extLst>
          </p:cNvPr>
          <p:cNvSpPr>
            <a:spLocks noGrp="1"/>
          </p:cNvSpPr>
          <p:nvPr>
            <p:ph type="ftr" sz="quarter" idx="11"/>
          </p:nvPr>
        </p:nvSpPr>
        <p:spPr/>
        <p:txBody>
          <a:bodyPr/>
          <a:lstStyle/>
          <a:p>
            <a:r>
              <a:rPr lang="en-GB"/>
              <a:t>Project</a:t>
            </a:r>
            <a:endParaRPr lang="en-GB" dirty="0"/>
          </a:p>
        </p:txBody>
      </p:sp>
      <p:sp>
        <p:nvSpPr>
          <p:cNvPr id="7" name="Slide Number Placeholder 6">
            <a:extLst>
              <a:ext uri="{FF2B5EF4-FFF2-40B4-BE49-F238E27FC236}">
                <a16:creationId xmlns:a16="http://schemas.microsoft.com/office/drawing/2014/main" id="{89016B19-2D2D-EF9E-16A2-08F4AAA072A9}"/>
              </a:ext>
            </a:extLst>
          </p:cNvPr>
          <p:cNvSpPr>
            <a:spLocks noGrp="1"/>
          </p:cNvSpPr>
          <p:nvPr>
            <p:ph type="sldNum" sz="quarter" idx="12"/>
          </p:nvPr>
        </p:nvSpPr>
        <p:spPr/>
        <p:txBody>
          <a:bodyPr/>
          <a:lstStyle/>
          <a:p>
            <a:fld id="{A50A5AA7-2A79-44FA-9B95-83E5EFBB2F73}" type="slidenum">
              <a:rPr lang="en-GB" smtClean="0"/>
              <a:pPr/>
              <a:t>2</a:t>
            </a:fld>
            <a:endParaRPr lang="en-GB" dirty="0"/>
          </a:p>
        </p:txBody>
      </p:sp>
      <p:sp>
        <p:nvSpPr>
          <p:cNvPr id="8" name="Rectangle: Rounded Corners 7">
            <a:extLst>
              <a:ext uri="{FF2B5EF4-FFF2-40B4-BE49-F238E27FC236}">
                <a16:creationId xmlns:a16="http://schemas.microsoft.com/office/drawing/2014/main" id="{C28C162F-E62A-8089-6BF4-CF9DE5B6C4AF}"/>
              </a:ext>
            </a:extLst>
          </p:cNvPr>
          <p:cNvSpPr/>
          <p:nvPr/>
        </p:nvSpPr>
        <p:spPr>
          <a:xfrm>
            <a:off x="329337" y="325090"/>
            <a:ext cx="2017255" cy="313889"/>
          </a:xfrm>
          <a:prstGeom prst="roundRect">
            <a:avLst>
              <a:gd name="adj" fmla="val 23182"/>
            </a:avLst>
          </a:prstGeom>
          <a:solidFill>
            <a:srgbClr val="66CB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latin typeface="Switzer" pitchFamily="50" charset="0"/>
              </a:rPr>
              <a:t>Topic/Sub Topic</a:t>
            </a:r>
          </a:p>
        </p:txBody>
      </p:sp>
      <p:pic>
        <p:nvPicPr>
          <p:cNvPr id="9" name="Picture 8">
            <a:extLst>
              <a:ext uri="{FF2B5EF4-FFF2-40B4-BE49-F238E27FC236}">
                <a16:creationId xmlns:a16="http://schemas.microsoft.com/office/drawing/2014/main" id="{60F474F4-3412-1587-F22A-1C5AF1D89202}"/>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1341312" y="314509"/>
            <a:ext cx="538019" cy="486051"/>
          </a:xfrm>
          <a:prstGeom prst="rect">
            <a:avLst/>
          </a:prstGeom>
        </p:spPr>
      </p:pic>
    </p:spTree>
    <p:extLst>
      <p:ext uri="{BB962C8B-B14F-4D97-AF65-F5344CB8AC3E}">
        <p14:creationId xmlns:p14="http://schemas.microsoft.com/office/powerpoint/2010/main" val="28694214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AA0423-0F98-26DB-173F-D0EBFA3671A7}"/>
              </a:ext>
            </a:extLst>
          </p:cNvPr>
          <p:cNvSpPr/>
          <p:nvPr/>
        </p:nvSpPr>
        <p:spPr>
          <a:xfrm>
            <a:off x="2595791" y="3477986"/>
            <a:ext cx="1187450" cy="162997"/>
          </a:xfrm>
          <a:prstGeom prst="rect">
            <a:avLst/>
          </a:prstGeom>
          <a:solidFill>
            <a:srgbClr val="FFC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38A4CB7C-D1D0-EDDE-8DF4-71F4D9437EA4}"/>
              </a:ext>
            </a:extLst>
          </p:cNvPr>
          <p:cNvSpPr txBox="1"/>
          <p:nvPr/>
        </p:nvSpPr>
        <p:spPr>
          <a:xfrm>
            <a:off x="912133" y="3136612"/>
            <a:ext cx="3269342" cy="584775"/>
          </a:xfrm>
          <a:prstGeom prst="rect">
            <a:avLst/>
          </a:prstGeom>
          <a:noFill/>
        </p:spPr>
        <p:txBody>
          <a:bodyPr wrap="square" rtlCol="0">
            <a:spAutoFit/>
          </a:bodyPr>
          <a:lstStyle/>
          <a:p>
            <a:r>
              <a:rPr lang="en-GB" sz="3200" b="1" dirty="0">
                <a:solidFill>
                  <a:srgbClr val="2D2D2D"/>
                </a:solidFill>
                <a:latin typeface="Libre Baskerville" panose="02000000000000000000" pitchFamily="2" charset="0"/>
              </a:rPr>
              <a:t>Introduction</a:t>
            </a:r>
          </a:p>
        </p:txBody>
      </p:sp>
      <p:sp>
        <p:nvSpPr>
          <p:cNvPr id="6" name="TextBox 5">
            <a:extLst>
              <a:ext uri="{FF2B5EF4-FFF2-40B4-BE49-F238E27FC236}">
                <a16:creationId xmlns:a16="http://schemas.microsoft.com/office/drawing/2014/main" id="{83E2798F-95BE-28F2-12D2-D9F1FC22E0DB}"/>
              </a:ext>
            </a:extLst>
          </p:cNvPr>
          <p:cNvSpPr txBox="1"/>
          <p:nvPr/>
        </p:nvSpPr>
        <p:spPr>
          <a:xfrm>
            <a:off x="5948253" y="1181942"/>
            <a:ext cx="5758543" cy="5254259"/>
          </a:xfrm>
          <a:prstGeom prst="rect">
            <a:avLst/>
          </a:prstGeom>
          <a:noFill/>
        </p:spPr>
        <p:txBody>
          <a:bodyPr wrap="square" rtlCol="0">
            <a:spAutoFit/>
          </a:bodyPr>
          <a:lstStyle/>
          <a:p>
            <a:pPr marL="0" algn="just" rtl="0" eaLnBrk="1" latinLnBrk="0" hangingPunct="1">
              <a:lnSpc>
                <a:spcPct val="107000"/>
              </a:lnSpc>
              <a:spcBef>
                <a:spcPts val="0"/>
              </a:spcBef>
              <a:spcAft>
                <a:spcPts val="800"/>
              </a:spcAft>
            </a:pPr>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Video provides a powerful way to help you prove your point. When you click Online Video, you can paste in the embed code for the video you want to add. You can also type a keyword to search online for the video that best fits your document. To make your document look professionally produced, Word provides header, footer, cover page, and text box designs that complement each other. For example, you can add a matching cover page, header, and sidebar.</a:t>
            </a:r>
            <a:endParaRPr lang="en-GB" sz="1200" dirty="0">
              <a:solidFill>
                <a:srgbClr val="2D2D2D"/>
              </a:solidFill>
              <a:effectLst/>
              <a:latin typeface="Switzer Light" pitchFamily="50" charset="0"/>
            </a:endParaRPr>
          </a:p>
          <a:p>
            <a:pPr algn="just"/>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Click Insert and then choose the elements you want from the different galleries. Themes and styles also help keep your document coordinated. When you click Design and choose a new Theme, the pictures, charts, and SmartArt graphics change to match your new theme. When you apply styles, your headings change to match the new theme. Save time in Word with new buttons that show up where you need them</a:t>
            </a:r>
          </a:p>
          <a:p>
            <a:pPr algn="just"/>
            <a:endParaRPr lang="en-GB" sz="1200" kern="100" dirty="0">
              <a:solidFill>
                <a:srgbClr val="2D2D2D"/>
              </a:solidFill>
              <a:latin typeface="Switzer Light" pitchFamily="50" charset="0"/>
              <a:ea typeface="Calibri" panose="020F0502020204030204" pitchFamily="34" charset="0"/>
              <a:cs typeface="Iskoola Pota" panose="020B0502040204020203" pitchFamily="34" charset="0"/>
            </a:endParaRPr>
          </a:p>
          <a:p>
            <a:pPr marL="0" algn="just" rtl="0" eaLnBrk="1" latinLnBrk="0" hangingPunct="1">
              <a:lnSpc>
                <a:spcPct val="107000"/>
              </a:lnSpc>
              <a:spcBef>
                <a:spcPts val="0"/>
              </a:spcBef>
              <a:spcAft>
                <a:spcPts val="800"/>
              </a:spcAft>
            </a:pPr>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Video provides a powerful way to help you prove your point. When you click Online Video, you can paste in the embed code for the video you want to add. You can also type a keyword to search online for the video that best fits your document. To make your document look professionally produced, Word provides header, footer, cover page, and text box designs that complement each other. For example, you can add a matching cover page, header, and sidebar.</a:t>
            </a:r>
            <a:endParaRPr lang="en-GB" sz="1200" dirty="0">
              <a:solidFill>
                <a:srgbClr val="2D2D2D"/>
              </a:solidFill>
              <a:effectLst/>
              <a:latin typeface="Switzer Light" pitchFamily="50" charset="0"/>
            </a:endParaRPr>
          </a:p>
          <a:p>
            <a:pPr algn="just"/>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Click Insert and then choose the elements you want from the different galleries. Themes and styles also help keep your document coordinated. When you click Design and choose a new Theme, the pictures, charts, and SmartArt graphics change to match your new theme. When you apply styles, your headings change to match the new theme. Save time in Word with new buttons that show up where you need them</a:t>
            </a:r>
          </a:p>
        </p:txBody>
      </p:sp>
      <p:sp>
        <p:nvSpPr>
          <p:cNvPr id="7" name="Footer Placeholder 6">
            <a:extLst>
              <a:ext uri="{FF2B5EF4-FFF2-40B4-BE49-F238E27FC236}">
                <a16:creationId xmlns:a16="http://schemas.microsoft.com/office/drawing/2014/main" id="{36642B4F-D6B3-1994-C0CC-085B2EF6FD88}"/>
              </a:ext>
            </a:extLst>
          </p:cNvPr>
          <p:cNvSpPr>
            <a:spLocks noGrp="1"/>
          </p:cNvSpPr>
          <p:nvPr>
            <p:ph type="ftr" sz="quarter" idx="11"/>
          </p:nvPr>
        </p:nvSpPr>
        <p:spPr/>
        <p:txBody>
          <a:bodyPr/>
          <a:lstStyle/>
          <a:p>
            <a:r>
              <a:rPr lang="en-GB"/>
              <a:t>Project</a:t>
            </a:r>
            <a:endParaRPr lang="en-GB" dirty="0"/>
          </a:p>
        </p:txBody>
      </p:sp>
      <p:sp>
        <p:nvSpPr>
          <p:cNvPr id="8" name="Slide Number Placeholder 7">
            <a:extLst>
              <a:ext uri="{FF2B5EF4-FFF2-40B4-BE49-F238E27FC236}">
                <a16:creationId xmlns:a16="http://schemas.microsoft.com/office/drawing/2014/main" id="{D43C8B34-99CD-FFD0-71EC-EC8C7831E855}"/>
              </a:ext>
            </a:extLst>
          </p:cNvPr>
          <p:cNvSpPr>
            <a:spLocks noGrp="1"/>
          </p:cNvSpPr>
          <p:nvPr>
            <p:ph type="sldNum" sz="quarter" idx="12"/>
          </p:nvPr>
        </p:nvSpPr>
        <p:spPr/>
        <p:txBody>
          <a:bodyPr/>
          <a:lstStyle/>
          <a:p>
            <a:fld id="{A50A5AA7-2A79-44FA-9B95-83E5EFBB2F73}" type="slidenum">
              <a:rPr lang="en-GB" smtClean="0"/>
              <a:pPr/>
              <a:t>3</a:t>
            </a:fld>
            <a:endParaRPr lang="en-GB" dirty="0"/>
          </a:p>
        </p:txBody>
      </p:sp>
      <p:sp>
        <p:nvSpPr>
          <p:cNvPr id="9" name="Rectangle: Rounded Corners 8">
            <a:extLst>
              <a:ext uri="{FF2B5EF4-FFF2-40B4-BE49-F238E27FC236}">
                <a16:creationId xmlns:a16="http://schemas.microsoft.com/office/drawing/2014/main" id="{4E20C591-D5B4-4841-0EDA-F695DDA91BA9}"/>
              </a:ext>
            </a:extLst>
          </p:cNvPr>
          <p:cNvSpPr/>
          <p:nvPr/>
        </p:nvSpPr>
        <p:spPr>
          <a:xfrm>
            <a:off x="329337" y="325090"/>
            <a:ext cx="2017255" cy="313889"/>
          </a:xfrm>
          <a:prstGeom prst="roundRect">
            <a:avLst>
              <a:gd name="adj" fmla="val 23182"/>
            </a:avLst>
          </a:prstGeom>
          <a:solidFill>
            <a:srgbClr val="66CB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latin typeface="Switzer" pitchFamily="50" charset="0"/>
              </a:rPr>
              <a:t>Topic/Sub Topic</a:t>
            </a:r>
          </a:p>
        </p:txBody>
      </p:sp>
      <p:pic>
        <p:nvPicPr>
          <p:cNvPr id="10" name="Picture 9">
            <a:extLst>
              <a:ext uri="{FF2B5EF4-FFF2-40B4-BE49-F238E27FC236}">
                <a16:creationId xmlns:a16="http://schemas.microsoft.com/office/drawing/2014/main" id="{5B51C381-741C-6996-A422-2E117DFD597E}"/>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1341312" y="314509"/>
            <a:ext cx="538019" cy="486051"/>
          </a:xfrm>
          <a:prstGeom prst="rect">
            <a:avLst/>
          </a:prstGeom>
        </p:spPr>
      </p:pic>
    </p:spTree>
    <p:extLst>
      <p:ext uri="{BB962C8B-B14F-4D97-AF65-F5344CB8AC3E}">
        <p14:creationId xmlns:p14="http://schemas.microsoft.com/office/powerpoint/2010/main" val="37807057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AA0423-0F98-26DB-173F-D0EBFA3671A7}"/>
              </a:ext>
            </a:extLst>
          </p:cNvPr>
          <p:cNvSpPr/>
          <p:nvPr/>
        </p:nvSpPr>
        <p:spPr>
          <a:xfrm>
            <a:off x="10139604" y="3477986"/>
            <a:ext cx="1187450" cy="162997"/>
          </a:xfrm>
          <a:prstGeom prst="rect">
            <a:avLst/>
          </a:prstGeom>
          <a:solidFill>
            <a:srgbClr val="FFC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38A4CB7C-D1D0-EDDE-8DF4-71F4D9437EA4}"/>
              </a:ext>
            </a:extLst>
          </p:cNvPr>
          <p:cNvSpPr txBox="1"/>
          <p:nvPr/>
        </p:nvSpPr>
        <p:spPr>
          <a:xfrm>
            <a:off x="7641771" y="3136612"/>
            <a:ext cx="3739242" cy="584775"/>
          </a:xfrm>
          <a:prstGeom prst="rect">
            <a:avLst/>
          </a:prstGeom>
          <a:noFill/>
        </p:spPr>
        <p:txBody>
          <a:bodyPr wrap="square" rtlCol="0">
            <a:spAutoFit/>
          </a:bodyPr>
          <a:lstStyle/>
          <a:p>
            <a:pPr algn="r"/>
            <a:r>
              <a:rPr lang="en-GB" sz="3200" b="1" dirty="0">
                <a:solidFill>
                  <a:srgbClr val="2D2D2D"/>
                </a:solidFill>
                <a:latin typeface="Libre Baskerville" panose="02000000000000000000" pitchFamily="2" charset="0"/>
              </a:rPr>
              <a:t>Our Vision </a:t>
            </a:r>
          </a:p>
        </p:txBody>
      </p:sp>
      <p:sp>
        <p:nvSpPr>
          <p:cNvPr id="6" name="TextBox 5">
            <a:extLst>
              <a:ext uri="{FF2B5EF4-FFF2-40B4-BE49-F238E27FC236}">
                <a16:creationId xmlns:a16="http://schemas.microsoft.com/office/drawing/2014/main" id="{83E2798F-95BE-28F2-12D2-D9F1FC22E0DB}"/>
              </a:ext>
            </a:extLst>
          </p:cNvPr>
          <p:cNvSpPr txBox="1"/>
          <p:nvPr/>
        </p:nvSpPr>
        <p:spPr>
          <a:xfrm>
            <a:off x="887182" y="1270842"/>
            <a:ext cx="6166761" cy="4735848"/>
          </a:xfrm>
          <a:prstGeom prst="rect">
            <a:avLst/>
          </a:prstGeom>
          <a:noFill/>
        </p:spPr>
        <p:txBody>
          <a:bodyPr wrap="square" rtlCol="0">
            <a:spAutoFit/>
          </a:bodyPr>
          <a:lstStyle/>
          <a:p>
            <a:pPr algn="just">
              <a:lnSpc>
                <a:spcPct val="107000"/>
              </a:lnSpc>
              <a:spcAft>
                <a:spcPts val="800"/>
              </a:spcAft>
            </a:pPr>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Video provides a powerful way to help you prove your point. When you click Online Video, you can paste in the embed code for the video you want to add. You can also type a keyword to search online for the video that best fits your document. To make your document look professionally produced, Word provides header, footer, cover page, and text box designs that complement each other. For example, you can add a matching cover page, header, and sidebar.</a:t>
            </a:r>
          </a:p>
          <a:p>
            <a:pPr algn="just">
              <a:lnSpc>
                <a:spcPct val="107000"/>
              </a:lnSpc>
              <a:spcAft>
                <a:spcPts val="800"/>
              </a:spcAft>
            </a:pPr>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Click Insert and then choose the elements you want from the different galleries. Themes and styles also help keep your document coordinated. When you click Design and choose a new Theme, the pictures, charts, and SmartArt graphics change to match your new theme. When you apply styles, your headings change to match the new theme. Save time in Word with new buttons that show up where you need them</a:t>
            </a:r>
            <a:r>
              <a:rPr lang="en-GB" sz="1200" kern="100" dirty="0">
                <a:effectLst/>
                <a:latin typeface="Switzer Light" pitchFamily="50" charset="0"/>
                <a:ea typeface="Calibri" panose="020F0502020204030204" pitchFamily="34" charset="0"/>
                <a:cs typeface="Iskoola Pota" panose="020B0502040204020203" pitchFamily="34" charset="0"/>
              </a:rPr>
              <a:t>.</a:t>
            </a:r>
          </a:p>
          <a:p>
            <a:pPr algn="just">
              <a:lnSpc>
                <a:spcPct val="107000"/>
              </a:lnSpc>
              <a:spcAft>
                <a:spcPts val="800"/>
              </a:spcAft>
            </a:pPr>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Video provides a powerful way to help you prove your point. When you click Online Video, you can paste in the embed code for the video you want to add. You can also type a keyword to search online for the video that best fits your document. To make your document look professionally produced, Word provides header, footer, cover page, and text box designs that complement each other. For example, you can add a matching cover page, header, and sidebar.</a:t>
            </a:r>
          </a:p>
          <a:p>
            <a:pPr algn="just">
              <a:lnSpc>
                <a:spcPct val="107000"/>
              </a:lnSpc>
              <a:spcAft>
                <a:spcPts val="800"/>
              </a:spcAft>
            </a:pPr>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Click Insert and then choose the elements you want from the different galleries. Themes and styles also help keep your document coordinated. When you click Design and choose a new Theme, the pictures, charts, and SmartArt graphics change to match your new theme. When you apply styles, your headings change to match the new theme. Save time in Word with new buttons that show up where you need them</a:t>
            </a:r>
            <a:endParaRPr lang="en-GB" sz="1200" kern="100" dirty="0">
              <a:effectLst/>
              <a:latin typeface="Switzer Light" pitchFamily="50" charset="0"/>
              <a:ea typeface="Calibri" panose="020F0502020204030204" pitchFamily="34" charset="0"/>
              <a:cs typeface="Iskoola Pota" panose="020B0502040204020203" pitchFamily="34" charset="0"/>
            </a:endParaRPr>
          </a:p>
        </p:txBody>
      </p:sp>
      <p:sp>
        <p:nvSpPr>
          <p:cNvPr id="7" name="Footer Placeholder 6">
            <a:extLst>
              <a:ext uri="{FF2B5EF4-FFF2-40B4-BE49-F238E27FC236}">
                <a16:creationId xmlns:a16="http://schemas.microsoft.com/office/drawing/2014/main" id="{D04C836F-6DC8-889C-18D5-7373F936D73D}"/>
              </a:ext>
            </a:extLst>
          </p:cNvPr>
          <p:cNvSpPr>
            <a:spLocks noGrp="1"/>
          </p:cNvSpPr>
          <p:nvPr>
            <p:ph type="ftr" sz="quarter" idx="11"/>
          </p:nvPr>
        </p:nvSpPr>
        <p:spPr/>
        <p:txBody>
          <a:bodyPr/>
          <a:lstStyle/>
          <a:p>
            <a:r>
              <a:rPr lang="en-GB"/>
              <a:t>Project</a:t>
            </a:r>
            <a:endParaRPr lang="en-GB" dirty="0"/>
          </a:p>
        </p:txBody>
      </p:sp>
      <p:sp>
        <p:nvSpPr>
          <p:cNvPr id="8" name="Slide Number Placeholder 7">
            <a:extLst>
              <a:ext uri="{FF2B5EF4-FFF2-40B4-BE49-F238E27FC236}">
                <a16:creationId xmlns:a16="http://schemas.microsoft.com/office/drawing/2014/main" id="{83830936-88C8-34F2-539C-26D3B8CFF650}"/>
              </a:ext>
            </a:extLst>
          </p:cNvPr>
          <p:cNvSpPr>
            <a:spLocks noGrp="1"/>
          </p:cNvSpPr>
          <p:nvPr>
            <p:ph type="sldNum" sz="quarter" idx="12"/>
          </p:nvPr>
        </p:nvSpPr>
        <p:spPr/>
        <p:txBody>
          <a:bodyPr/>
          <a:lstStyle/>
          <a:p>
            <a:fld id="{A50A5AA7-2A79-44FA-9B95-83E5EFBB2F73}" type="slidenum">
              <a:rPr lang="en-GB" smtClean="0"/>
              <a:pPr/>
              <a:t>4</a:t>
            </a:fld>
            <a:endParaRPr lang="en-GB" dirty="0"/>
          </a:p>
        </p:txBody>
      </p:sp>
      <p:sp>
        <p:nvSpPr>
          <p:cNvPr id="9" name="Rectangle: Rounded Corners 8">
            <a:extLst>
              <a:ext uri="{FF2B5EF4-FFF2-40B4-BE49-F238E27FC236}">
                <a16:creationId xmlns:a16="http://schemas.microsoft.com/office/drawing/2014/main" id="{43D03285-8829-A771-95A1-E5F941A6F3C8}"/>
              </a:ext>
            </a:extLst>
          </p:cNvPr>
          <p:cNvSpPr/>
          <p:nvPr/>
        </p:nvSpPr>
        <p:spPr>
          <a:xfrm>
            <a:off x="329337" y="325090"/>
            <a:ext cx="2017255" cy="313889"/>
          </a:xfrm>
          <a:prstGeom prst="roundRect">
            <a:avLst>
              <a:gd name="adj" fmla="val 23182"/>
            </a:avLst>
          </a:prstGeom>
          <a:solidFill>
            <a:srgbClr val="66CB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latin typeface="Switzer" pitchFamily="50" charset="0"/>
              </a:rPr>
              <a:t>Topic/Sub Topic</a:t>
            </a:r>
          </a:p>
        </p:txBody>
      </p:sp>
      <p:pic>
        <p:nvPicPr>
          <p:cNvPr id="10" name="Picture 9">
            <a:extLst>
              <a:ext uri="{FF2B5EF4-FFF2-40B4-BE49-F238E27FC236}">
                <a16:creationId xmlns:a16="http://schemas.microsoft.com/office/drawing/2014/main" id="{DEEBD6A1-8D6E-A147-AE4C-0B8A7698CCE3}"/>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1341312" y="314509"/>
            <a:ext cx="538019" cy="486051"/>
          </a:xfrm>
          <a:prstGeom prst="rect">
            <a:avLst/>
          </a:prstGeom>
        </p:spPr>
      </p:pic>
    </p:spTree>
    <p:extLst>
      <p:ext uri="{BB962C8B-B14F-4D97-AF65-F5344CB8AC3E}">
        <p14:creationId xmlns:p14="http://schemas.microsoft.com/office/powerpoint/2010/main" val="5988259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AA0423-0F98-26DB-173F-D0EBFA3671A7}"/>
              </a:ext>
            </a:extLst>
          </p:cNvPr>
          <p:cNvSpPr/>
          <p:nvPr/>
        </p:nvSpPr>
        <p:spPr>
          <a:xfrm>
            <a:off x="6228004" y="2058269"/>
            <a:ext cx="1187450" cy="162997"/>
          </a:xfrm>
          <a:prstGeom prst="rect">
            <a:avLst/>
          </a:prstGeom>
          <a:solidFill>
            <a:srgbClr val="FFC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38A4CB7C-D1D0-EDDE-8DF4-71F4D9437EA4}"/>
              </a:ext>
            </a:extLst>
          </p:cNvPr>
          <p:cNvSpPr txBox="1"/>
          <p:nvPr/>
        </p:nvSpPr>
        <p:spPr>
          <a:xfrm>
            <a:off x="3641276" y="1750067"/>
            <a:ext cx="3761478" cy="584775"/>
          </a:xfrm>
          <a:prstGeom prst="rect">
            <a:avLst/>
          </a:prstGeom>
          <a:noFill/>
        </p:spPr>
        <p:txBody>
          <a:bodyPr wrap="square" rtlCol="0">
            <a:spAutoFit/>
          </a:bodyPr>
          <a:lstStyle/>
          <a:p>
            <a:pPr algn="r"/>
            <a:r>
              <a:rPr lang="en-GB" sz="3200" b="1" dirty="0">
                <a:solidFill>
                  <a:srgbClr val="2D2D2D"/>
                </a:solidFill>
                <a:latin typeface="Libre Baskerville" panose="02000000000000000000" pitchFamily="2" charset="0"/>
              </a:rPr>
              <a:t>Our Mission</a:t>
            </a:r>
          </a:p>
        </p:txBody>
      </p:sp>
      <p:sp>
        <p:nvSpPr>
          <p:cNvPr id="6" name="TextBox 5">
            <a:extLst>
              <a:ext uri="{FF2B5EF4-FFF2-40B4-BE49-F238E27FC236}">
                <a16:creationId xmlns:a16="http://schemas.microsoft.com/office/drawing/2014/main" id="{83E2798F-95BE-28F2-12D2-D9F1FC22E0DB}"/>
              </a:ext>
            </a:extLst>
          </p:cNvPr>
          <p:cNvSpPr txBox="1"/>
          <p:nvPr/>
        </p:nvSpPr>
        <p:spPr>
          <a:xfrm>
            <a:off x="887182" y="2629742"/>
            <a:ext cx="10439872" cy="2357056"/>
          </a:xfrm>
          <a:prstGeom prst="rect">
            <a:avLst/>
          </a:prstGeom>
          <a:noFill/>
        </p:spPr>
        <p:txBody>
          <a:bodyPr wrap="square" rtlCol="0">
            <a:spAutoFit/>
          </a:bodyPr>
          <a:lstStyle/>
          <a:p>
            <a:pPr algn="just">
              <a:lnSpc>
                <a:spcPct val="107000"/>
              </a:lnSpc>
              <a:spcAft>
                <a:spcPts val="800"/>
              </a:spcAft>
            </a:pPr>
            <a:r>
              <a:rPr lang="en-GB" sz="1400" kern="100" dirty="0">
                <a:solidFill>
                  <a:srgbClr val="2D2D2D"/>
                </a:solidFill>
                <a:effectLst/>
                <a:latin typeface="Switzer Light" pitchFamily="50" charset="0"/>
                <a:ea typeface="Calibri" panose="020F0502020204030204" pitchFamily="34" charset="0"/>
                <a:cs typeface="Iskoola Pota" panose="020B0502040204020203" pitchFamily="34" charset="0"/>
              </a:rPr>
              <a:t>Video provides a powerful way to help you prove your point. When you click Online Video, you can paste in the embed code for the video you want to add. You can also type a keyword to search online for the video that best fits your document. To make your document look professionally produced, Word provides header, footer, cover page, and text box designs that complement each other. For example, you can add a matching cover page, header, and sidebar.</a:t>
            </a:r>
          </a:p>
          <a:p>
            <a:pPr algn="just">
              <a:lnSpc>
                <a:spcPct val="107000"/>
              </a:lnSpc>
              <a:spcAft>
                <a:spcPts val="800"/>
              </a:spcAft>
            </a:pPr>
            <a:r>
              <a:rPr lang="en-GB" sz="1400" kern="100" dirty="0">
                <a:solidFill>
                  <a:srgbClr val="2D2D2D"/>
                </a:solidFill>
                <a:effectLst/>
                <a:latin typeface="Switzer Light" pitchFamily="50" charset="0"/>
                <a:ea typeface="Calibri" panose="020F0502020204030204" pitchFamily="34" charset="0"/>
                <a:cs typeface="Iskoola Pota" panose="020B0502040204020203" pitchFamily="34" charset="0"/>
              </a:rPr>
              <a:t>Click Insert and then choose the elements you want from the different galleries. Themes and styles also help keep your document coordinated. When you click Design and choose a new Theme, the pictures, charts, and SmartArt graphics change to match your new theme. When you apply styles, your headings change to match the new theme. Save time in Word with new buttons that show up where you need them.</a:t>
            </a:r>
          </a:p>
          <a:p>
            <a:pPr algn="just"/>
            <a:endParaRPr lang="en-GB" sz="1400" dirty="0">
              <a:latin typeface="Switzer" pitchFamily="50" charset="0"/>
            </a:endParaRPr>
          </a:p>
        </p:txBody>
      </p:sp>
      <p:sp>
        <p:nvSpPr>
          <p:cNvPr id="7" name="Footer Placeholder 6">
            <a:extLst>
              <a:ext uri="{FF2B5EF4-FFF2-40B4-BE49-F238E27FC236}">
                <a16:creationId xmlns:a16="http://schemas.microsoft.com/office/drawing/2014/main" id="{18B35F44-8F24-C850-3E45-A29463E40980}"/>
              </a:ext>
            </a:extLst>
          </p:cNvPr>
          <p:cNvSpPr>
            <a:spLocks noGrp="1"/>
          </p:cNvSpPr>
          <p:nvPr>
            <p:ph type="ftr" sz="quarter" idx="11"/>
          </p:nvPr>
        </p:nvSpPr>
        <p:spPr/>
        <p:txBody>
          <a:bodyPr/>
          <a:lstStyle/>
          <a:p>
            <a:r>
              <a:rPr lang="en-GB"/>
              <a:t>Project</a:t>
            </a:r>
            <a:endParaRPr lang="en-GB" dirty="0"/>
          </a:p>
        </p:txBody>
      </p:sp>
      <p:sp>
        <p:nvSpPr>
          <p:cNvPr id="8" name="Slide Number Placeholder 7">
            <a:extLst>
              <a:ext uri="{FF2B5EF4-FFF2-40B4-BE49-F238E27FC236}">
                <a16:creationId xmlns:a16="http://schemas.microsoft.com/office/drawing/2014/main" id="{6C7395F3-4101-2888-0821-605FC6286E74}"/>
              </a:ext>
            </a:extLst>
          </p:cNvPr>
          <p:cNvSpPr>
            <a:spLocks noGrp="1"/>
          </p:cNvSpPr>
          <p:nvPr>
            <p:ph type="sldNum" sz="quarter" idx="12"/>
          </p:nvPr>
        </p:nvSpPr>
        <p:spPr/>
        <p:txBody>
          <a:bodyPr/>
          <a:lstStyle/>
          <a:p>
            <a:fld id="{A50A5AA7-2A79-44FA-9B95-83E5EFBB2F73}" type="slidenum">
              <a:rPr lang="en-GB" smtClean="0"/>
              <a:pPr/>
              <a:t>5</a:t>
            </a:fld>
            <a:endParaRPr lang="en-GB" dirty="0"/>
          </a:p>
        </p:txBody>
      </p:sp>
      <p:sp>
        <p:nvSpPr>
          <p:cNvPr id="9" name="Rectangle: Rounded Corners 8">
            <a:extLst>
              <a:ext uri="{FF2B5EF4-FFF2-40B4-BE49-F238E27FC236}">
                <a16:creationId xmlns:a16="http://schemas.microsoft.com/office/drawing/2014/main" id="{ECA30ED7-3F87-F956-AEE9-75546BE6C8FD}"/>
              </a:ext>
            </a:extLst>
          </p:cNvPr>
          <p:cNvSpPr/>
          <p:nvPr/>
        </p:nvSpPr>
        <p:spPr>
          <a:xfrm>
            <a:off x="329337" y="325090"/>
            <a:ext cx="2017255" cy="313889"/>
          </a:xfrm>
          <a:prstGeom prst="roundRect">
            <a:avLst>
              <a:gd name="adj" fmla="val 23182"/>
            </a:avLst>
          </a:prstGeom>
          <a:solidFill>
            <a:srgbClr val="66CB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latin typeface="Switzer" pitchFamily="50" charset="0"/>
              </a:rPr>
              <a:t>Topic/Sub Topic</a:t>
            </a:r>
          </a:p>
        </p:txBody>
      </p:sp>
      <p:pic>
        <p:nvPicPr>
          <p:cNvPr id="10" name="Picture 9">
            <a:extLst>
              <a:ext uri="{FF2B5EF4-FFF2-40B4-BE49-F238E27FC236}">
                <a16:creationId xmlns:a16="http://schemas.microsoft.com/office/drawing/2014/main" id="{B9C7F54E-411E-4819-1384-C623ECE115F3}"/>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1341312" y="314509"/>
            <a:ext cx="538019" cy="486051"/>
          </a:xfrm>
          <a:prstGeom prst="rect">
            <a:avLst/>
          </a:prstGeom>
        </p:spPr>
      </p:pic>
    </p:spTree>
    <p:extLst>
      <p:ext uri="{BB962C8B-B14F-4D97-AF65-F5344CB8AC3E}">
        <p14:creationId xmlns:p14="http://schemas.microsoft.com/office/powerpoint/2010/main" val="24982317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AA0423-0F98-26DB-173F-D0EBFA3671A7}"/>
              </a:ext>
            </a:extLst>
          </p:cNvPr>
          <p:cNvSpPr/>
          <p:nvPr/>
        </p:nvSpPr>
        <p:spPr>
          <a:xfrm>
            <a:off x="4330697" y="1562135"/>
            <a:ext cx="1187450" cy="162997"/>
          </a:xfrm>
          <a:prstGeom prst="rect">
            <a:avLst/>
          </a:prstGeom>
          <a:solidFill>
            <a:srgbClr val="FFC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38A4CB7C-D1D0-EDDE-8DF4-71F4D9437EA4}"/>
              </a:ext>
            </a:extLst>
          </p:cNvPr>
          <p:cNvSpPr txBox="1"/>
          <p:nvPr/>
        </p:nvSpPr>
        <p:spPr>
          <a:xfrm>
            <a:off x="654958" y="1237097"/>
            <a:ext cx="5092699" cy="584775"/>
          </a:xfrm>
          <a:prstGeom prst="rect">
            <a:avLst/>
          </a:prstGeom>
          <a:noFill/>
        </p:spPr>
        <p:txBody>
          <a:bodyPr wrap="square" rtlCol="0">
            <a:spAutoFit/>
          </a:bodyPr>
          <a:lstStyle/>
          <a:p>
            <a:r>
              <a:rPr lang="en-GB" sz="3200" b="1" dirty="0">
                <a:solidFill>
                  <a:srgbClr val="2D2D2D"/>
                </a:solidFill>
                <a:latin typeface="Libre Baskerville" panose="02000000000000000000" pitchFamily="2" charset="0"/>
              </a:rPr>
              <a:t>Problem and Solution</a:t>
            </a:r>
          </a:p>
        </p:txBody>
      </p:sp>
      <p:sp>
        <p:nvSpPr>
          <p:cNvPr id="7" name="Rectangle: Rounded Corners 6">
            <a:extLst>
              <a:ext uri="{FF2B5EF4-FFF2-40B4-BE49-F238E27FC236}">
                <a16:creationId xmlns:a16="http://schemas.microsoft.com/office/drawing/2014/main" id="{9FFBCF0B-5454-3CD7-C859-B17F483389FA}"/>
              </a:ext>
            </a:extLst>
          </p:cNvPr>
          <p:cNvSpPr/>
          <p:nvPr/>
        </p:nvSpPr>
        <p:spPr>
          <a:xfrm>
            <a:off x="1077682" y="2241503"/>
            <a:ext cx="4887686" cy="3951515"/>
          </a:xfrm>
          <a:prstGeom prst="roundRect">
            <a:avLst>
              <a:gd name="adj" fmla="val 3285"/>
            </a:avLst>
          </a:prstGeom>
          <a:gradFill>
            <a:gsLst>
              <a:gs pos="5000">
                <a:srgbClr val="FFC26C"/>
              </a:gs>
              <a:gs pos="100000">
                <a:srgbClr val="E0C6B2"/>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latin typeface="Libre Baskerville" panose="02000000000000000000" pitchFamily="2" charset="0"/>
            </a:endParaRPr>
          </a:p>
          <a:p>
            <a:endParaRPr lang="en-GB" dirty="0">
              <a:latin typeface="Libre Baskerville" panose="02000000000000000000" pitchFamily="2" charset="0"/>
            </a:endParaRPr>
          </a:p>
          <a:p>
            <a:r>
              <a:rPr lang="en-GB" b="1" dirty="0">
                <a:solidFill>
                  <a:srgbClr val="2D2D2D"/>
                </a:solidFill>
                <a:latin typeface="Libre Baskerville" panose="02000000000000000000" pitchFamily="2" charset="0"/>
              </a:rPr>
              <a:t>Problem</a:t>
            </a:r>
          </a:p>
          <a:p>
            <a:endParaRPr lang="en-GB" dirty="0">
              <a:solidFill>
                <a:srgbClr val="2D2D2D"/>
              </a:solidFill>
              <a:latin typeface="Libre Baskerville" panose="02000000000000000000" pitchFamily="2" charset="0"/>
            </a:endParaRPr>
          </a:p>
          <a:p>
            <a:pPr algn="just">
              <a:lnSpc>
                <a:spcPct val="107000"/>
              </a:lnSpc>
              <a:spcAft>
                <a:spcPts val="800"/>
              </a:spcAft>
            </a:pPr>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Video provides a powerful way to help you prove your point. When you click Online Video, you can paste in the embed code for the video you want to add. You can also type a keyword to search online for the video that best fits your document. To make your document look professionally produced, Word provides header, footer, cover page, and text box designs that complement each other. For example, you can add a matching cover page, header, and sidebar.</a:t>
            </a:r>
          </a:p>
          <a:p>
            <a:pPr algn="just">
              <a:lnSpc>
                <a:spcPct val="107000"/>
              </a:lnSpc>
              <a:spcAft>
                <a:spcPts val="800"/>
              </a:spcAft>
            </a:pPr>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Click Insert and then choose the elements you want from the different galleries. Themes and styles also help keep your document coordinated. When you click Design and choose a new Theme, the pictures, charts, and SmartArt graphics change to match your new theme. When you apply styles, your headings change to match the new theme. Save time in Word with new buttons that show up where you need them.</a:t>
            </a:r>
          </a:p>
          <a:p>
            <a:pPr>
              <a:lnSpc>
                <a:spcPct val="107000"/>
              </a:lnSpc>
              <a:spcAft>
                <a:spcPts val="800"/>
              </a:spcAft>
            </a:pPr>
            <a:r>
              <a:rPr lang="en-GB" sz="1200" kern="100" dirty="0">
                <a:solidFill>
                  <a:srgbClr val="2D2D2D"/>
                </a:solidFill>
                <a:effectLst/>
                <a:latin typeface="Calibri" panose="020F0502020204030204" pitchFamily="34" charset="0"/>
                <a:ea typeface="Calibri" panose="020F0502020204030204" pitchFamily="34" charset="0"/>
                <a:cs typeface="Iskoola Pota" panose="020B0502040204020203" pitchFamily="34" charset="0"/>
              </a:rPr>
              <a:t> </a:t>
            </a:r>
          </a:p>
          <a:p>
            <a:endParaRPr lang="en-GB" dirty="0">
              <a:latin typeface="Libre Baskerville" panose="02000000000000000000" pitchFamily="2" charset="0"/>
            </a:endParaRPr>
          </a:p>
        </p:txBody>
      </p:sp>
      <p:sp>
        <p:nvSpPr>
          <p:cNvPr id="8" name="Rectangle: Rounded Corners 7">
            <a:extLst>
              <a:ext uri="{FF2B5EF4-FFF2-40B4-BE49-F238E27FC236}">
                <a16:creationId xmlns:a16="http://schemas.microsoft.com/office/drawing/2014/main" id="{5F986DDB-A141-58B0-BFA0-AAD1031991AA}"/>
              </a:ext>
            </a:extLst>
          </p:cNvPr>
          <p:cNvSpPr/>
          <p:nvPr/>
        </p:nvSpPr>
        <p:spPr>
          <a:xfrm>
            <a:off x="6226632" y="2241503"/>
            <a:ext cx="4887686" cy="3951515"/>
          </a:xfrm>
          <a:prstGeom prst="roundRect">
            <a:avLst>
              <a:gd name="adj" fmla="val 3563"/>
            </a:avLst>
          </a:prstGeom>
          <a:gradFill>
            <a:gsLst>
              <a:gs pos="5000">
                <a:srgbClr val="ABE3DF"/>
              </a:gs>
              <a:gs pos="100000">
                <a:srgbClr val="66CBC4"/>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solidFill>
                  <a:srgbClr val="2D2D2D"/>
                </a:solidFill>
                <a:latin typeface="Libre Baskerville" panose="02000000000000000000" pitchFamily="2" charset="0"/>
              </a:rPr>
              <a:t>Solution</a:t>
            </a:r>
          </a:p>
          <a:p>
            <a:endParaRPr lang="en-GB" dirty="0">
              <a:solidFill>
                <a:srgbClr val="2D2D2D"/>
              </a:solidFill>
              <a:latin typeface="Libre Baskerville" panose="02000000000000000000" pitchFamily="2" charset="0"/>
            </a:endParaRPr>
          </a:p>
          <a:p>
            <a:pPr algn="just">
              <a:lnSpc>
                <a:spcPct val="107000"/>
              </a:lnSpc>
              <a:spcAft>
                <a:spcPts val="800"/>
              </a:spcAft>
            </a:pPr>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Video provides a powerful way to help you prove your point. When you click Online Video, you can paste in the embed code for the video you want to add. You can also type a keyword to search online for the video that best fits your document. To make your document look professionally produced, Word provides header, footer, cover page, and text box designs that complement each other. For example, you can add a matching cover page, header, and sidebar.</a:t>
            </a:r>
          </a:p>
          <a:p>
            <a:pPr algn="just">
              <a:lnSpc>
                <a:spcPct val="107000"/>
              </a:lnSpc>
              <a:spcAft>
                <a:spcPts val="800"/>
              </a:spcAft>
            </a:pPr>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Click Insert and then choose the elements you want from the different galleries. Themes and styles also help keep your document coordinated. When you click Design and choose a new Theme, the pictures, charts, and SmartArt graphics change to match your new theme. When you apply styles, your headings change to match the new theme. Save time in Word with new buttons that show up where you need them.</a:t>
            </a:r>
            <a:endParaRPr lang="en-GB" sz="1200" dirty="0">
              <a:solidFill>
                <a:srgbClr val="2D2D2D"/>
              </a:solidFill>
              <a:latin typeface="Switzer Light" pitchFamily="50" charset="0"/>
            </a:endParaRPr>
          </a:p>
        </p:txBody>
      </p:sp>
      <p:sp>
        <p:nvSpPr>
          <p:cNvPr id="6" name="Footer Placeholder 5">
            <a:extLst>
              <a:ext uri="{FF2B5EF4-FFF2-40B4-BE49-F238E27FC236}">
                <a16:creationId xmlns:a16="http://schemas.microsoft.com/office/drawing/2014/main" id="{12EE7A47-671B-96D1-2CAD-C0ADCEB19386}"/>
              </a:ext>
            </a:extLst>
          </p:cNvPr>
          <p:cNvSpPr>
            <a:spLocks noGrp="1"/>
          </p:cNvSpPr>
          <p:nvPr>
            <p:ph type="ftr" sz="quarter" idx="11"/>
          </p:nvPr>
        </p:nvSpPr>
        <p:spPr/>
        <p:txBody>
          <a:bodyPr/>
          <a:lstStyle/>
          <a:p>
            <a:r>
              <a:rPr lang="en-GB"/>
              <a:t>Project</a:t>
            </a:r>
            <a:endParaRPr lang="en-GB" dirty="0"/>
          </a:p>
        </p:txBody>
      </p:sp>
      <p:sp>
        <p:nvSpPr>
          <p:cNvPr id="9" name="Slide Number Placeholder 8">
            <a:extLst>
              <a:ext uri="{FF2B5EF4-FFF2-40B4-BE49-F238E27FC236}">
                <a16:creationId xmlns:a16="http://schemas.microsoft.com/office/drawing/2014/main" id="{CCE24548-B0C7-2B2E-6191-D558A343A41D}"/>
              </a:ext>
            </a:extLst>
          </p:cNvPr>
          <p:cNvSpPr>
            <a:spLocks noGrp="1"/>
          </p:cNvSpPr>
          <p:nvPr>
            <p:ph type="sldNum" sz="quarter" idx="12"/>
          </p:nvPr>
        </p:nvSpPr>
        <p:spPr/>
        <p:txBody>
          <a:bodyPr/>
          <a:lstStyle/>
          <a:p>
            <a:fld id="{A50A5AA7-2A79-44FA-9B95-83E5EFBB2F73}" type="slidenum">
              <a:rPr lang="en-GB" smtClean="0"/>
              <a:pPr/>
              <a:t>6</a:t>
            </a:fld>
            <a:endParaRPr lang="en-GB" dirty="0"/>
          </a:p>
        </p:txBody>
      </p:sp>
      <p:sp>
        <p:nvSpPr>
          <p:cNvPr id="10" name="Rectangle: Rounded Corners 9">
            <a:extLst>
              <a:ext uri="{FF2B5EF4-FFF2-40B4-BE49-F238E27FC236}">
                <a16:creationId xmlns:a16="http://schemas.microsoft.com/office/drawing/2014/main" id="{36ACC7B5-EA1B-95FA-A1AF-B2892A538BE7}"/>
              </a:ext>
            </a:extLst>
          </p:cNvPr>
          <p:cNvSpPr/>
          <p:nvPr/>
        </p:nvSpPr>
        <p:spPr>
          <a:xfrm>
            <a:off x="329337" y="325090"/>
            <a:ext cx="2017255" cy="313889"/>
          </a:xfrm>
          <a:prstGeom prst="roundRect">
            <a:avLst>
              <a:gd name="adj" fmla="val 23182"/>
            </a:avLst>
          </a:prstGeom>
          <a:solidFill>
            <a:srgbClr val="66CB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latin typeface="Switzer" pitchFamily="50" charset="0"/>
              </a:rPr>
              <a:t>Topic/Sub Topic</a:t>
            </a:r>
          </a:p>
        </p:txBody>
      </p:sp>
      <p:pic>
        <p:nvPicPr>
          <p:cNvPr id="11" name="Picture 10">
            <a:extLst>
              <a:ext uri="{FF2B5EF4-FFF2-40B4-BE49-F238E27FC236}">
                <a16:creationId xmlns:a16="http://schemas.microsoft.com/office/drawing/2014/main" id="{A7A47CB8-1787-EB5B-E8FE-663ADB6CCF2A}"/>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1341312" y="314509"/>
            <a:ext cx="538019" cy="486051"/>
          </a:xfrm>
          <a:prstGeom prst="rect">
            <a:avLst/>
          </a:prstGeom>
        </p:spPr>
      </p:pic>
    </p:spTree>
    <p:extLst>
      <p:ext uri="{BB962C8B-B14F-4D97-AF65-F5344CB8AC3E}">
        <p14:creationId xmlns:p14="http://schemas.microsoft.com/office/powerpoint/2010/main" val="28514291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AA0423-0F98-26DB-173F-D0EBFA3671A7}"/>
              </a:ext>
            </a:extLst>
          </p:cNvPr>
          <p:cNvSpPr/>
          <p:nvPr/>
        </p:nvSpPr>
        <p:spPr>
          <a:xfrm>
            <a:off x="4000503" y="1656728"/>
            <a:ext cx="1187450" cy="162997"/>
          </a:xfrm>
          <a:prstGeom prst="rect">
            <a:avLst/>
          </a:prstGeom>
          <a:solidFill>
            <a:srgbClr val="FFC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38A4CB7C-D1D0-EDDE-8DF4-71F4D9437EA4}"/>
              </a:ext>
            </a:extLst>
          </p:cNvPr>
          <p:cNvSpPr txBox="1"/>
          <p:nvPr/>
        </p:nvSpPr>
        <p:spPr>
          <a:xfrm>
            <a:off x="654958" y="1331690"/>
            <a:ext cx="4744356" cy="584775"/>
          </a:xfrm>
          <a:prstGeom prst="rect">
            <a:avLst/>
          </a:prstGeom>
          <a:noFill/>
        </p:spPr>
        <p:txBody>
          <a:bodyPr wrap="square" rtlCol="0">
            <a:spAutoFit/>
          </a:bodyPr>
          <a:lstStyle/>
          <a:p>
            <a:r>
              <a:rPr lang="en-GB" sz="3200" b="1" dirty="0">
                <a:solidFill>
                  <a:srgbClr val="2D2D2D"/>
                </a:solidFill>
                <a:latin typeface="Libre Baskerville" panose="02000000000000000000" pitchFamily="2" charset="0"/>
              </a:rPr>
              <a:t>Market Opportunity</a:t>
            </a:r>
          </a:p>
        </p:txBody>
      </p:sp>
      <p:sp>
        <p:nvSpPr>
          <p:cNvPr id="2" name="TextBox 1">
            <a:extLst>
              <a:ext uri="{FF2B5EF4-FFF2-40B4-BE49-F238E27FC236}">
                <a16:creationId xmlns:a16="http://schemas.microsoft.com/office/drawing/2014/main" id="{2B574BD8-9138-C6EE-55D9-CC56FED13FBD}"/>
              </a:ext>
            </a:extLst>
          </p:cNvPr>
          <p:cNvSpPr txBox="1"/>
          <p:nvPr/>
        </p:nvSpPr>
        <p:spPr>
          <a:xfrm>
            <a:off x="1727200" y="2241503"/>
            <a:ext cx="8737600" cy="3725122"/>
          </a:xfrm>
          <a:prstGeom prst="rect">
            <a:avLst/>
          </a:prstGeom>
          <a:noFill/>
        </p:spPr>
        <p:txBody>
          <a:bodyPr wrap="square" rtlCol="0">
            <a:spAutoFit/>
          </a:bodyPr>
          <a:lstStyle/>
          <a:p>
            <a:pPr marL="0" algn="just" rtl="0" eaLnBrk="1" latinLnBrk="0" hangingPunct="1">
              <a:lnSpc>
                <a:spcPct val="107000"/>
              </a:lnSpc>
              <a:spcBef>
                <a:spcPts val="0"/>
              </a:spcBef>
              <a:spcAft>
                <a:spcPts val="800"/>
              </a:spcAft>
            </a:pPr>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Video provides a powerful way to help you prove your point. When you click Online Video, you can paste in the embed code for the video you want to add. You can also type a keyword to search online for the video that best fits your document. To make your document look professionally produced, Word provides header, footer, cover page, and text box designs that complement each other. For example, you can add a matching cover page, header, and sidebar.</a:t>
            </a:r>
            <a:endParaRPr lang="en-GB" sz="1200" dirty="0">
              <a:solidFill>
                <a:srgbClr val="2D2D2D"/>
              </a:solidFill>
              <a:effectLst/>
              <a:latin typeface="Switzer Light" pitchFamily="50" charset="0"/>
            </a:endParaRPr>
          </a:p>
          <a:p>
            <a:pPr algn="just"/>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Click Insert and then choose the elements you want from the different galleries. Themes and styles also help keep your document coordinated. When you click Design and choose a new Theme, the pictures, charts, and SmartArt graphics change to match your new theme. When you apply styles, your headings change to match the new theme. Save time in Word with new buttons that show up where you need them</a:t>
            </a:r>
          </a:p>
          <a:p>
            <a:pPr algn="just"/>
            <a:endParaRPr lang="en-GB" sz="1200" kern="100" dirty="0">
              <a:solidFill>
                <a:srgbClr val="2D2D2D"/>
              </a:solidFill>
              <a:latin typeface="Switzer Light" pitchFamily="50" charset="0"/>
              <a:ea typeface="Calibri" panose="020F0502020204030204" pitchFamily="34" charset="0"/>
              <a:cs typeface="Iskoola Pota" panose="020B0502040204020203" pitchFamily="34" charset="0"/>
            </a:endParaRPr>
          </a:p>
          <a:p>
            <a:pPr marL="0" algn="just" rtl="0" eaLnBrk="1" latinLnBrk="0" hangingPunct="1">
              <a:lnSpc>
                <a:spcPct val="107000"/>
              </a:lnSpc>
              <a:spcBef>
                <a:spcPts val="0"/>
              </a:spcBef>
              <a:spcAft>
                <a:spcPts val="800"/>
              </a:spcAft>
            </a:pPr>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Video provides a powerful way to help you prove your point. When you click Online Video, you can paste in the embed code for the video you want to add. You can also type a keyword to search online for the video that best fits your document. To make your document look professionally produced, Word provides header, footer, cover page, and text box designs that complement each other. For example, you can add a matching cover page, header, and sidebar.</a:t>
            </a:r>
            <a:endParaRPr lang="en-GB" sz="1200" dirty="0">
              <a:solidFill>
                <a:srgbClr val="2D2D2D"/>
              </a:solidFill>
              <a:effectLst/>
              <a:latin typeface="Switzer Light" pitchFamily="50" charset="0"/>
            </a:endParaRPr>
          </a:p>
          <a:p>
            <a:pPr algn="just"/>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Click Insert and then choose the elements you want from the different galleries. Themes and styles also help keep your document coordinated. When you click Design and choose a new Theme, the pictures, charts, and SmartArt graphics change to match your new theme. When you apply styles, your headings change to match the new theme. Save time in Word with new buttons that show up where you need them</a:t>
            </a:r>
          </a:p>
          <a:p>
            <a:pPr algn="just"/>
            <a:endParaRPr lang="en-GB" sz="1200" kern="100" dirty="0">
              <a:solidFill>
                <a:srgbClr val="2D2D2D"/>
              </a:solidFill>
              <a:effectLst/>
              <a:latin typeface="Switzer" pitchFamily="50" charset="0"/>
              <a:ea typeface="Calibri" panose="020F0502020204030204" pitchFamily="34" charset="0"/>
              <a:cs typeface="Iskoola Pota" panose="020B0502040204020203" pitchFamily="34" charset="0"/>
            </a:endParaRPr>
          </a:p>
        </p:txBody>
      </p:sp>
      <p:sp>
        <p:nvSpPr>
          <p:cNvPr id="7" name="Footer Placeholder 6">
            <a:extLst>
              <a:ext uri="{FF2B5EF4-FFF2-40B4-BE49-F238E27FC236}">
                <a16:creationId xmlns:a16="http://schemas.microsoft.com/office/drawing/2014/main" id="{4C093DE7-3444-68E1-75C1-58277FEF8B84}"/>
              </a:ext>
            </a:extLst>
          </p:cNvPr>
          <p:cNvSpPr>
            <a:spLocks noGrp="1"/>
          </p:cNvSpPr>
          <p:nvPr>
            <p:ph type="ftr" sz="quarter" idx="11"/>
          </p:nvPr>
        </p:nvSpPr>
        <p:spPr/>
        <p:txBody>
          <a:bodyPr/>
          <a:lstStyle/>
          <a:p>
            <a:r>
              <a:rPr lang="en-GB"/>
              <a:t>Project</a:t>
            </a:r>
            <a:endParaRPr lang="en-GB" dirty="0"/>
          </a:p>
        </p:txBody>
      </p:sp>
      <p:sp>
        <p:nvSpPr>
          <p:cNvPr id="8" name="Slide Number Placeholder 7">
            <a:extLst>
              <a:ext uri="{FF2B5EF4-FFF2-40B4-BE49-F238E27FC236}">
                <a16:creationId xmlns:a16="http://schemas.microsoft.com/office/drawing/2014/main" id="{110B5A4D-27F1-4611-AB13-08196E56B843}"/>
              </a:ext>
            </a:extLst>
          </p:cNvPr>
          <p:cNvSpPr>
            <a:spLocks noGrp="1"/>
          </p:cNvSpPr>
          <p:nvPr>
            <p:ph type="sldNum" sz="quarter" idx="12"/>
          </p:nvPr>
        </p:nvSpPr>
        <p:spPr/>
        <p:txBody>
          <a:bodyPr/>
          <a:lstStyle/>
          <a:p>
            <a:fld id="{A50A5AA7-2A79-44FA-9B95-83E5EFBB2F73}" type="slidenum">
              <a:rPr lang="en-GB" smtClean="0"/>
              <a:pPr/>
              <a:t>7</a:t>
            </a:fld>
            <a:endParaRPr lang="en-GB" dirty="0"/>
          </a:p>
        </p:txBody>
      </p:sp>
      <p:sp>
        <p:nvSpPr>
          <p:cNvPr id="9" name="Rectangle: Rounded Corners 8">
            <a:extLst>
              <a:ext uri="{FF2B5EF4-FFF2-40B4-BE49-F238E27FC236}">
                <a16:creationId xmlns:a16="http://schemas.microsoft.com/office/drawing/2014/main" id="{0551FEB4-3B26-6654-87DE-8F7FCACDFB80}"/>
              </a:ext>
            </a:extLst>
          </p:cNvPr>
          <p:cNvSpPr/>
          <p:nvPr/>
        </p:nvSpPr>
        <p:spPr>
          <a:xfrm>
            <a:off x="329337" y="325090"/>
            <a:ext cx="2017255" cy="313889"/>
          </a:xfrm>
          <a:prstGeom prst="roundRect">
            <a:avLst>
              <a:gd name="adj" fmla="val 23182"/>
            </a:avLst>
          </a:prstGeom>
          <a:solidFill>
            <a:srgbClr val="66CB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latin typeface="Switzer" pitchFamily="50" charset="0"/>
              </a:rPr>
              <a:t>Topic/Sub Topic</a:t>
            </a:r>
          </a:p>
        </p:txBody>
      </p:sp>
      <p:pic>
        <p:nvPicPr>
          <p:cNvPr id="10" name="Picture 9">
            <a:extLst>
              <a:ext uri="{FF2B5EF4-FFF2-40B4-BE49-F238E27FC236}">
                <a16:creationId xmlns:a16="http://schemas.microsoft.com/office/drawing/2014/main" id="{B453C637-4160-C6B1-6FB7-3457B60D44D3}"/>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1341312" y="314509"/>
            <a:ext cx="538019" cy="486051"/>
          </a:xfrm>
          <a:prstGeom prst="rect">
            <a:avLst/>
          </a:prstGeom>
        </p:spPr>
      </p:pic>
    </p:spTree>
    <p:extLst>
      <p:ext uri="{BB962C8B-B14F-4D97-AF65-F5344CB8AC3E}">
        <p14:creationId xmlns:p14="http://schemas.microsoft.com/office/powerpoint/2010/main" val="6403006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AA0423-0F98-26DB-173F-D0EBFA3671A7}"/>
              </a:ext>
            </a:extLst>
          </p:cNvPr>
          <p:cNvSpPr/>
          <p:nvPr/>
        </p:nvSpPr>
        <p:spPr>
          <a:xfrm>
            <a:off x="2795817" y="1656728"/>
            <a:ext cx="1187450" cy="162997"/>
          </a:xfrm>
          <a:prstGeom prst="rect">
            <a:avLst/>
          </a:prstGeom>
          <a:solidFill>
            <a:srgbClr val="FFC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38A4CB7C-D1D0-EDDE-8DF4-71F4D9437EA4}"/>
              </a:ext>
            </a:extLst>
          </p:cNvPr>
          <p:cNvSpPr txBox="1"/>
          <p:nvPr/>
        </p:nvSpPr>
        <p:spPr>
          <a:xfrm>
            <a:off x="654957" y="1331690"/>
            <a:ext cx="3641272" cy="584775"/>
          </a:xfrm>
          <a:prstGeom prst="rect">
            <a:avLst/>
          </a:prstGeom>
          <a:noFill/>
        </p:spPr>
        <p:txBody>
          <a:bodyPr wrap="square" rtlCol="0">
            <a:spAutoFit/>
          </a:bodyPr>
          <a:lstStyle/>
          <a:p>
            <a:r>
              <a:rPr lang="en-GB" sz="3200" b="1" dirty="0">
                <a:solidFill>
                  <a:srgbClr val="2D2D2D"/>
                </a:solidFill>
                <a:latin typeface="Libre Baskerville" panose="02000000000000000000" pitchFamily="2" charset="0"/>
              </a:rPr>
              <a:t>Product Demo</a:t>
            </a:r>
          </a:p>
        </p:txBody>
      </p:sp>
      <p:sp>
        <p:nvSpPr>
          <p:cNvPr id="17" name="TextBox 16">
            <a:extLst>
              <a:ext uri="{FF2B5EF4-FFF2-40B4-BE49-F238E27FC236}">
                <a16:creationId xmlns:a16="http://schemas.microsoft.com/office/drawing/2014/main" id="{6E47956A-6952-0A04-4490-A87E535FBAE5}"/>
              </a:ext>
            </a:extLst>
          </p:cNvPr>
          <p:cNvSpPr txBox="1"/>
          <p:nvPr/>
        </p:nvSpPr>
        <p:spPr>
          <a:xfrm>
            <a:off x="654957" y="2400300"/>
            <a:ext cx="4308929" cy="3150478"/>
          </a:xfrm>
          <a:prstGeom prst="rect">
            <a:avLst/>
          </a:prstGeom>
          <a:noFill/>
        </p:spPr>
        <p:txBody>
          <a:bodyPr wrap="square" rtlCol="0">
            <a:spAutoFit/>
          </a:bodyPr>
          <a:lstStyle/>
          <a:p>
            <a:pPr algn="just">
              <a:lnSpc>
                <a:spcPct val="107000"/>
              </a:lnSpc>
              <a:spcAft>
                <a:spcPts val="800"/>
              </a:spcAft>
            </a:pPr>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Video provides a powerful way to help you prove your point. When you click Online Video, you can paste in the embed code for the video you want to add. You can also type a keyword to search online for the video that best fits your document. To make your document look professionally produced, Word provides header, footer, cover page, and text box designs that complement each other. For example, you can add a matching cover page, header, and sidebar.</a:t>
            </a:r>
          </a:p>
          <a:p>
            <a:pPr algn="just">
              <a:lnSpc>
                <a:spcPct val="107000"/>
              </a:lnSpc>
              <a:spcAft>
                <a:spcPts val="800"/>
              </a:spcAft>
            </a:pPr>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Click Insert and then choose the elements you want from the different galleries. Themes and styles also help keep your document coordinated. When you click Design and choose a new Theme, the pictures, charts, and SmartArt graphics change to match your new theme. When you apply styles, your headings change to match the new theme. Save time in Word with new buttons that show up where you need them.</a:t>
            </a:r>
          </a:p>
        </p:txBody>
      </p:sp>
      <p:sp>
        <p:nvSpPr>
          <p:cNvPr id="6" name="Footer Placeholder 5">
            <a:extLst>
              <a:ext uri="{FF2B5EF4-FFF2-40B4-BE49-F238E27FC236}">
                <a16:creationId xmlns:a16="http://schemas.microsoft.com/office/drawing/2014/main" id="{AC9789A5-35CF-FCBD-2C4D-45A8B351D174}"/>
              </a:ext>
            </a:extLst>
          </p:cNvPr>
          <p:cNvSpPr>
            <a:spLocks noGrp="1"/>
          </p:cNvSpPr>
          <p:nvPr>
            <p:ph type="ftr" sz="quarter" idx="11"/>
          </p:nvPr>
        </p:nvSpPr>
        <p:spPr/>
        <p:txBody>
          <a:bodyPr/>
          <a:lstStyle/>
          <a:p>
            <a:r>
              <a:rPr lang="en-GB"/>
              <a:t>Project</a:t>
            </a:r>
            <a:endParaRPr lang="en-GB" dirty="0"/>
          </a:p>
        </p:txBody>
      </p:sp>
      <p:sp>
        <p:nvSpPr>
          <p:cNvPr id="7" name="Slide Number Placeholder 6">
            <a:extLst>
              <a:ext uri="{FF2B5EF4-FFF2-40B4-BE49-F238E27FC236}">
                <a16:creationId xmlns:a16="http://schemas.microsoft.com/office/drawing/2014/main" id="{F928D334-0C70-9A61-D940-DD14983B655A}"/>
              </a:ext>
            </a:extLst>
          </p:cNvPr>
          <p:cNvSpPr>
            <a:spLocks noGrp="1"/>
          </p:cNvSpPr>
          <p:nvPr>
            <p:ph type="sldNum" sz="quarter" idx="12"/>
          </p:nvPr>
        </p:nvSpPr>
        <p:spPr/>
        <p:txBody>
          <a:bodyPr/>
          <a:lstStyle/>
          <a:p>
            <a:fld id="{A50A5AA7-2A79-44FA-9B95-83E5EFBB2F73}" type="slidenum">
              <a:rPr lang="en-GB" smtClean="0"/>
              <a:pPr/>
              <a:t>8</a:t>
            </a:fld>
            <a:endParaRPr lang="en-GB" dirty="0"/>
          </a:p>
        </p:txBody>
      </p:sp>
      <p:sp>
        <p:nvSpPr>
          <p:cNvPr id="8" name="Rectangle: Rounded Corners 7">
            <a:extLst>
              <a:ext uri="{FF2B5EF4-FFF2-40B4-BE49-F238E27FC236}">
                <a16:creationId xmlns:a16="http://schemas.microsoft.com/office/drawing/2014/main" id="{52EA5FB4-24E3-8F10-1E13-BC3053144CA2}"/>
              </a:ext>
            </a:extLst>
          </p:cNvPr>
          <p:cNvSpPr/>
          <p:nvPr/>
        </p:nvSpPr>
        <p:spPr>
          <a:xfrm>
            <a:off x="329337" y="325090"/>
            <a:ext cx="2017255" cy="313889"/>
          </a:xfrm>
          <a:prstGeom prst="roundRect">
            <a:avLst>
              <a:gd name="adj" fmla="val 23182"/>
            </a:avLst>
          </a:prstGeom>
          <a:solidFill>
            <a:srgbClr val="66CB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latin typeface="Switzer" pitchFamily="50" charset="0"/>
              </a:rPr>
              <a:t>Topic/Sub Topic</a:t>
            </a:r>
          </a:p>
        </p:txBody>
      </p:sp>
      <p:pic>
        <p:nvPicPr>
          <p:cNvPr id="9" name="Picture 8">
            <a:extLst>
              <a:ext uri="{FF2B5EF4-FFF2-40B4-BE49-F238E27FC236}">
                <a16:creationId xmlns:a16="http://schemas.microsoft.com/office/drawing/2014/main" id="{7F385BA1-75E5-B3A3-713F-D35788AA697B}"/>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1341312" y="314509"/>
            <a:ext cx="538019" cy="486051"/>
          </a:xfrm>
          <a:prstGeom prst="rect">
            <a:avLst/>
          </a:prstGeom>
        </p:spPr>
      </p:pic>
      <p:graphicFrame>
        <p:nvGraphicFramePr>
          <p:cNvPr id="2" name="Chart 1">
            <a:extLst>
              <a:ext uri="{FF2B5EF4-FFF2-40B4-BE49-F238E27FC236}">
                <a16:creationId xmlns:a16="http://schemas.microsoft.com/office/drawing/2014/main" id="{07C157AC-91B7-726F-0F88-D0C9A6472785}"/>
              </a:ext>
            </a:extLst>
          </p:cNvPr>
          <p:cNvGraphicFramePr/>
          <p:nvPr>
            <p:extLst>
              <p:ext uri="{D42A27DB-BD31-4B8C-83A1-F6EECF244321}">
                <p14:modId xmlns:p14="http://schemas.microsoft.com/office/powerpoint/2010/main" val="153208985"/>
              </p:ext>
            </p:extLst>
          </p:nvPr>
        </p:nvGraphicFramePr>
        <p:xfrm>
          <a:off x="5360310" y="1998110"/>
          <a:ext cx="6176733" cy="422186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7" name="Chart 46">
            <a:extLst>
              <a:ext uri="{FF2B5EF4-FFF2-40B4-BE49-F238E27FC236}">
                <a16:creationId xmlns:a16="http://schemas.microsoft.com/office/drawing/2014/main" id="{2DD7DD59-FCE6-E378-0A06-7C449CF3C0D4}"/>
              </a:ext>
            </a:extLst>
          </p:cNvPr>
          <p:cNvGraphicFramePr/>
          <p:nvPr>
            <p:extLst>
              <p:ext uri="{D42A27DB-BD31-4B8C-83A1-F6EECF244321}">
                <p14:modId xmlns:p14="http://schemas.microsoft.com/office/powerpoint/2010/main" val="1415662787"/>
              </p:ext>
            </p:extLst>
          </p:nvPr>
        </p:nvGraphicFramePr>
        <p:xfrm>
          <a:off x="5360310" y="1998110"/>
          <a:ext cx="6176733" cy="4221868"/>
        </p:xfrm>
        <a:graphic>
          <a:graphicData uri="http://schemas.openxmlformats.org/drawingml/2006/chart">
            <c:chart xmlns:c="http://schemas.openxmlformats.org/drawingml/2006/chart" xmlns:r="http://schemas.openxmlformats.org/officeDocument/2006/relationships" r:id="rId4"/>
          </a:graphicData>
        </a:graphic>
      </p:graphicFrame>
      <p:grpSp>
        <p:nvGrpSpPr>
          <p:cNvPr id="48" name="Group 47">
            <a:extLst>
              <a:ext uri="{FF2B5EF4-FFF2-40B4-BE49-F238E27FC236}">
                <a16:creationId xmlns:a16="http://schemas.microsoft.com/office/drawing/2014/main" id="{8B7CDAC7-462E-77BB-CB4E-06CF9FAA0D74}"/>
              </a:ext>
            </a:extLst>
          </p:cNvPr>
          <p:cNvGrpSpPr/>
          <p:nvPr/>
        </p:nvGrpSpPr>
        <p:grpSpPr>
          <a:xfrm>
            <a:off x="6048457" y="4610101"/>
            <a:ext cx="517452" cy="517452"/>
            <a:chOff x="8672282" y="1208315"/>
            <a:chExt cx="2327728" cy="2327728"/>
          </a:xfrm>
        </p:grpSpPr>
        <p:sp>
          <p:nvSpPr>
            <p:cNvPr id="49" name="Oval 48">
              <a:extLst>
                <a:ext uri="{FF2B5EF4-FFF2-40B4-BE49-F238E27FC236}">
                  <a16:creationId xmlns:a16="http://schemas.microsoft.com/office/drawing/2014/main" id="{2A0359BA-EC4A-BB3B-20DC-CDFB1B7041C1}"/>
                </a:ext>
              </a:extLst>
            </p:cNvPr>
            <p:cNvSpPr/>
            <p:nvPr/>
          </p:nvSpPr>
          <p:spPr>
            <a:xfrm>
              <a:off x="8672282" y="1208315"/>
              <a:ext cx="2327728" cy="2327728"/>
            </a:xfrm>
            <a:prstGeom prst="ellipse">
              <a:avLst/>
            </a:prstGeom>
            <a:gradFill flip="none" rotWithShape="1">
              <a:gsLst>
                <a:gs pos="0">
                  <a:schemeClr val="accent1">
                    <a:lumMod val="5000"/>
                    <a:lumOff val="95000"/>
                  </a:schemeClr>
                </a:gs>
                <a:gs pos="55000">
                  <a:srgbClr val="66CBC4"/>
                </a:gs>
                <a:gs pos="100000">
                  <a:schemeClr val="accent1">
                    <a:lumMod val="30000"/>
                    <a:lumOff val="7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0" name="Graphic 49" descr="User with solid fill">
              <a:extLst>
                <a:ext uri="{FF2B5EF4-FFF2-40B4-BE49-F238E27FC236}">
                  <a16:creationId xmlns:a16="http://schemas.microsoft.com/office/drawing/2014/main" id="{64023360-02C6-EF9B-1724-8DDDA038373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4195" r="4195" b="13888"/>
            <a:stretch>
              <a:fillRect/>
            </a:stretch>
          </p:blipFill>
          <p:spPr>
            <a:xfrm>
              <a:off x="8672282" y="1331690"/>
              <a:ext cx="2327728" cy="2188024"/>
            </a:xfrm>
            <a:custGeom>
              <a:avLst/>
              <a:gdLst>
                <a:gd name="connsiteX0" fmla="*/ 610692 w 2327728"/>
                <a:gd name="connsiteY0" fmla="*/ 0 h 2188024"/>
                <a:gd name="connsiteX1" fmla="*/ 1717036 w 2327728"/>
                <a:gd name="connsiteY1" fmla="*/ 0 h 2188024"/>
                <a:gd name="connsiteX2" fmla="*/ 1718631 w 2327728"/>
                <a:gd name="connsiteY2" fmla="*/ 768 h 2188024"/>
                <a:gd name="connsiteX3" fmla="*/ 2327728 w 2327728"/>
                <a:gd name="connsiteY3" fmla="*/ 1024160 h 2188024"/>
                <a:gd name="connsiteX4" fmla="*/ 1163864 w 2327728"/>
                <a:gd name="connsiteY4" fmla="*/ 2188024 h 2188024"/>
                <a:gd name="connsiteX5" fmla="*/ 0 w 2327728"/>
                <a:gd name="connsiteY5" fmla="*/ 1024160 h 2188024"/>
                <a:gd name="connsiteX6" fmla="*/ 609097 w 2327728"/>
                <a:gd name="connsiteY6" fmla="*/ 768 h 2188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7728" h="2188024">
                  <a:moveTo>
                    <a:pt x="610692" y="0"/>
                  </a:moveTo>
                  <a:lnTo>
                    <a:pt x="1717036" y="0"/>
                  </a:lnTo>
                  <a:lnTo>
                    <a:pt x="1718631" y="768"/>
                  </a:lnTo>
                  <a:cubicBezTo>
                    <a:pt x="2081436" y="197856"/>
                    <a:pt x="2327728" y="582246"/>
                    <a:pt x="2327728" y="1024160"/>
                  </a:cubicBezTo>
                  <a:cubicBezTo>
                    <a:pt x="2327728" y="1666944"/>
                    <a:pt x="1806648" y="2188024"/>
                    <a:pt x="1163864" y="2188024"/>
                  </a:cubicBezTo>
                  <a:cubicBezTo>
                    <a:pt x="521080" y="2188024"/>
                    <a:pt x="0" y="1666944"/>
                    <a:pt x="0" y="1024160"/>
                  </a:cubicBezTo>
                  <a:cubicBezTo>
                    <a:pt x="0" y="582246"/>
                    <a:pt x="246292" y="197856"/>
                    <a:pt x="609097" y="768"/>
                  </a:cubicBezTo>
                  <a:close/>
                </a:path>
              </a:pathLst>
            </a:custGeom>
          </p:spPr>
        </p:pic>
      </p:grpSp>
      <p:grpSp>
        <p:nvGrpSpPr>
          <p:cNvPr id="51" name="Group 50">
            <a:extLst>
              <a:ext uri="{FF2B5EF4-FFF2-40B4-BE49-F238E27FC236}">
                <a16:creationId xmlns:a16="http://schemas.microsoft.com/office/drawing/2014/main" id="{87542875-B58B-B71D-48F9-96D16492E644}"/>
              </a:ext>
            </a:extLst>
          </p:cNvPr>
          <p:cNvGrpSpPr/>
          <p:nvPr/>
        </p:nvGrpSpPr>
        <p:grpSpPr>
          <a:xfrm>
            <a:off x="6970477" y="3296281"/>
            <a:ext cx="517452" cy="517452"/>
            <a:chOff x="8672282" y="1208315"/>
            <a:chExt cx="2327728" cy="2327728"/>
          </a:xfrm>
        </p:grpSpPr>
        <p:sp>
          <p:nvSpPr>
            <p:cNvPr id="52" name="Oval 51">
              <a:extLst>
                <a:ext uri="{FF2B5EF4-FFF2-40B4-BE49-F238E27FC236}">
                  <a16:creationId xmlns:a16="http://schemas.microsoft.com/office/drawing/2014/main" id="{67978DD5-EAA5-05AB-6C97-5969D38028D5}"/>
                </a:ext>
              </a:extLst>
            </p:cNvPr>
            <p:cNvSpPr/>
            <p:nvPr/>
          </p:nvSpPr>
          <p:spPr>
            <a:xfrm>
              <a:off x="8672282" y="1208315"/>
              <a:ext cx="2327728" cy="2327728"/>
            </a:xfrm>
            <a:prstGeom prst="ellipse">
              <a:avLst/>
            </a:prstGeom>
            <a:gradFill flip="none" rotWithShape="1">
              <a:gsLst>
                <a:gs pos="0">
                  <a:schemeClr val="accent1">
                    <a:lumMod val="5000"/>
                    <a:lumOff val="95000"/>
                  </a:schemeClr>
                </a:gs>
                <a:gs pos="55000">
                  <a:srgbClr val="66CBC4"/>
                </a:gs>
                <a:gs pos="100000">
                  <a:schemeClr val="accent1">
                    <a:lumMod val="30000"/>
                    <a:lumOff val="7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3" name="Graphic 52" descr="User with solid fill">
              <a:extLst>
                <a:ext uri="{FF2B5EF4-FFF2-40B4-BE49-F238E27FC236}">
                  <a16:creationId xmlns:a16="http://schemas.microsoft.com/office/drawing/2014/main" id="{6EB38E2C-56A1-7D7B-442C-94D163A011E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4195" r="4195" b="13888"/>
            <a:stretch>
              <a:fillRect/>
            </a:stretch>
          </p:blipFill>
          <p:spPr>
            <a:xfrm>
              <a:off x="8672282" y="1331690"/>
              <a:ext cx="2327728" cy="2188024"/>
            </a:xfrm>
            <a:custGeom>
              <a:avLst/>
              <a:gdLst>
                <a:gd name="connsiteX0" fmla="*/ 610692 w 2327728"/>
                <a:gd name="connsiteY0" fmla="*/ 0 h 2188024"/>
                <a:gd name="connsiteX1" fmla="*/ 1717036 w 2327728"/>
                <a:gd name="connsiteY1" fmla="*/ 0 h 2188024"/>
                <a:gd name="connsiteX2" fmla="*/ 1718631 w 2327728"/>
                <a:gd name="connsiteY2" fmla="*/ 768 h 2188024"/>
                <a:gd name="connsiteX3" fmla="*/ 2327728 w 2327728"/>
                <a:gd name="connsiteY3" fmla="*/ 1024160 h 2188024"/>
                <a:gd name="connsiteX4" fmla="*/ 1163864 w 2327728"/>
                <a:gd name="connsiteY4" fmla="*/ 2188024 h 2188024"/>
                <a:gd name="connsiteX5" fmla="*/ 0 w 2327728"/>
                <a:gd name="connsiteY5" fmla="*/ 1024160 h 2188024"/>
                <a:gd name="connsiteX6" fmla="*/ 609097 w 2327728"/>
                <a:gd name="connsiteY6" fmla="*/ 768 h 2188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7728" h="2188024">
                  <a:moveTo>
                    <a:pt x="610692" y="0"/>
                  </a:moveTo>
                  <a:lnTo>
                    <a:pt x="1717036" y="0"/>
                  </a:lnTo>
                  <a:lnTo>
                    <a:pt x="1718631" y="768"/>
                  </a:lnTo>
                  <a:cubicBezTo>
                    <a:pt x="2081436" y="197856"/>
                    <a:pt x="2327728" y="582246"/>
                    <a:pt x="2327728" y="1024160"/>
                  </a:cubicBezTo>
                  <a:cubicBezTo>
                    <a:pt x="2327728" y="1666944"/>
                    <a:pt x="1806648" y="2188024"/>
                    <a:pt x="1163864" y="2188024"/>
                  </a:cubicBezTo>
                  <a:cubicBezTo>
                    <a:pt x="521080" y="2188024"/>
                    <a:pt x="0" y="1666944"/>
                    <a:pt x="0" y="1024160"/>
                  </a:cubicBezTo>
                  <a:cubicBezTo>
                    <a:pt x="0" y="582246"/>
                    <a:pt x="246292" y="197856"/>
                    <a:pt x="609097" y="768"/>
                  </a:cubicBezTo>
                  <a:close/>
                </a:path>
              </a:pathLst>
            </a:custGeom>
          </p:spPr>
        </p:pic>
      </p:grpSp>
      <p:grpSp>
        <p:nvGrpSpPr>
          <p:cNvPr id="54" name="Group 53">
            <a:extLst>
              <a:ext uri="{FF2B5EF4-FFF2-40B4-BE49-F238E27FC236}">
                <a16:creationId xmlns:a16="http://schemas.microsoft.com/office/drawing/2014/main" id="{E32048B9-4657-9BB7-B5EF-2C761AB1B6F1}"/>
              </a:ext>
            </a:extLst>
          </p:cNvPr>
          <p:cNvGrpSpPr/>
          <p:nvPr/>
        </p:nvGrpSpPr>
        <p:grpSpPr>
          <a:xfrm>
            <a:off x="7901298" y="2374261"/>
            <a:ext cx="517452" cy="517452"/>
            <a:chOff x="8672282" y="1208315"/>
            <a:chExt cx="2327728" cy="2327728"/>
          </a:xfrm>
        </p:grpSpPr>
        <p:sp>
          <p:nvSpPr>
            <p:cNvPr id="55" name="Oval 54">
              <a:extLst>
                <a:ext uri="{FF2B5EF4-FFF2-40B4-BE49-F238E27FC236}">
                  <a16:creationId xmlns:a16="http://schemas.microsoft.com/office/drawing/2014/main" id="{0E5BD07F-4721-4E31-DDB7-BC35756F596E}"/>
                </a:ext>
              </a:extLst>
            </p:cNvPr>
            <p:cNvSpPr/>
            <p:nvPr/>
          </p:nvSpPr>
          <p:spPr>
            <a:xfrm>
              <a:off x="8672282" y="1208315"/>
              <a:ext cx="2327728" cy="2327728"/>
            </a:xfrm>
            <a:prstGeom prst="ellipse">
              <a:avLst/>
            </a:prstGeom>
            <a:gradFill flip="none" rotWithShape="1">
              <a:gsLst>
                <a:gs pos="0">
                  <a:schemeClr val="accent1">
                    <a:lumMod val="5000"/>
                    <a:lumOff val="95000"/>
                  </a:schemeClr>
                </a:gs>
                <a:gs pos="55000">
                  <a:srgbClr val="66CBC4"/>
                </a:gs>
                <a:gs pos="100000">
                  <a:schemeClr val="accent1">
                    <a:lumMod val="30000"/>
                    <a:lumOff val="7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6" name="Graphic 55" descr="User with solid fill">
              <a:extLst>
                <a:ext uri="{FF2B5EF4-FFF2-40B4-BE49-F238E27FC236}">
                  <a16:creationId xmlns:a16="http://schemas.microsoft.com/office/drawing/2014/main" id="{D29D95C9-BE14-D66C-8ACE-FFC32001C1F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4195" r="4195" b="13888"/>
            <a:stretch>
              <a:fillRect/>
            </a:stretch>
          </p:blipFill>
          <p:spPr>
            <a:xfrm>
              <a:off x="8672282" y="1331690"/>
              <a:ext cx="2327728" cy="2188024"/>
            </a:xfrm>
            <a:custGeom>
              <a:avLst/>
              <a:gdLst>
                <a:gd name="connsiteX0" fmla="*/ 610692 w 2327728"/>
                <a:gd name="connsiteY0" fmla="*/ 0 h 2188024"/>
                <a:gd name="connsiteX1" fmla="*/ 1717036 w 2327728"/>
                <a:gd name="connsiteY1" fmla="*/ 0 h 2188024"/>
                <a:gd name="connsiteX2" fmla="*/ 1718631 w 2327728"/>
                <a:gd name="connsiteY2" fmla="*/ 768 h 2188024"/>
                <a:gd name="connsiteX3" fmla="*/ 2327728 w 2327728"/>
                <a:gd name="connsiteY3" fmla="*/ 1024160 h 2188024"/>
                <a:gd name="connsiteX4" fmla="*/ 1163864 w 2327728"/>
                <a:gd name="connsiteY4" fmla="*/ 2188024 h 2188024"/>
                <a:gd name="connsiteX5" fmla="*/ 0 w 2327728"/>
                <a:gd name="connsiteY5" fmla="*/ 1024160 h 2188024"/>
                <a:gd name="connsiteX6" fmla="*/ 609097 w 2327728"/>
                <a:gd name="connsiteY6" fmla="*/ 768 h 2188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7728" h="2188024">
                  <a:moveTo>
                    <a:pt x="610692" y="0"/>
                  </a:moveTo>
                  <a:lnTo>
                    <a:pt x="1717036" y="0"/>
                  </a:lnTo>
                  <a:lnTo>
                    <a:pt x="1718631" y="768"/>
                  </a:lnTo>
                  <a:cubicBezTo>
                    <a:pt x="2081436" y="197856"/>
                    <a:pt x="2327728" y="582246"/>
                    <a:pt x="2327728" y="1024160"/>
                  </a:cubicBezTo>
                  <a:cubicBezTo>
                    <a:pt x="2327728" y="1666944"/>
                    <a:pt x="1806648" y="2188024"/>
                    <a:pt x="1163864" y="2188024"/>
                  </a:cubicBezTo>
                  <a:cubicBezTo>
                    <a:pt x="521080" y="2188024"/>
                    <a:pt x="0" y="1666944"/>
                    <a:pt x="0" y="1024160"/>
                  </a:cubicBezTo>
                  <a:cubicBezTo>
                    <a:pt x="0" y="582246"/>
                    <a:pt x="246292" y="197856"/>
                    <a:pt x="609097" y="768"/>
                  </a:cubicBezTo>
                  <a:close/>
                </a:path>
              </a:pathLst>
            </a:custGeom>
          </p:spPr>
        </p:pic>
      </p:grpSp>
      <p:grpSp>
        <p:nvGrpSpPr>
          <p:cNvPr id="57" name="Group 56">
            <a:extLst>
              <a:ext uri="{FF2B5EF4-FFF2-40B4-BE49-F238E27FC236}">
                <a16:creationId xmlns:a16="http://schemas.microsoft.com/office/drawing/2014/main" id="{E44FE0CE-EB28-3B3B-C183-515E0FBD98E2}"/>
              </a:ext>
            </a:extLst>
          </p:cNvPr>
          <p:cNvGrpSpPr/>
          <p:nvPr/>
        </p:nvGrpSpPr>
        <p:grpSpPr>
          <a:xfrm>
            <a:off x="8827663" y="3766620"/>
            <a:ext cx="517452" cy="517452"/>
            <a:chOff x="8672282" y="1208315"/>
            <a:chExt cx="2327728" cy="2327728"/>
          </a:xfrm>
        </p:grpSpPr>
        <p:sp>
          <p:nvSpPr>
            <p:cNvPr id="58" name="Oval 57">
              <a:extLst>
                <a:ext uri="{FF2B5EF4-FFF2-40B4-BE49-F238E27FC236}">
                  <a16:creationId xmlns:a16="http://schemas.microsoft.com/office/drawing/2014/main" id="{78265908-8EDF-06F3-25E9-7A2118F2E99F}"/>
                </a:ext>
              </a:extLst>
            </p:cNvPr>
            <p:cNvSpPr/>
            <p:nvPr/>
          </p:nvSpPr>
          <p:spPr>
            <a:xfrm>
              <a:off x="8672282" y="1208315"/>
              <a:ext cx="2327728" cy="2327728"/>
            </a:xfrm>
            <a:prstGeom prst="ellipse">
              <a:avLst/>
            </a:prstGeom>
            <a:gradFill flip="none" rotWithShape="1">
              <a:gsLst>
                <a:gs pos="0">
                  <a:schemeClr val="accent1">
                    <a:lumMod val="5000"/>
                    <a:lumOff val="95000"/>
                  </a:schemeClr>
                </a:gs>
                <a:gs pos="55000">
                  <a:srgbClr val="66CBC4"/>
                </a:gs>
                <a:gs pos="100000">
                  <a:schemeClr val="accent1">
                    <a:lumMod val="30000"/>
                    <a:lumOff val="7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9" name="Graphic 58" descr="User with solid fill">
              <a:extLst>
                <a:ext uri="{FF2B5EF4-FFF2-40B4-BE49-F238E27FC236}">
                  <a16:creationId xmlns:a16="http://schemas.microsoft.com/office/drawing/2014/main" id="{C915892A-2490-3E18-F7F5-10C55D24728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4195" r="4195" b="13888"/>
            <a:stretch>
              <a:fillRect/>
            </a:stretch>
          </p:blipFill>
          <p:spPr>
            <a:xfrm>
              <a:off x="8672282" y="1331690"/>
              <a:ext cx="2327728" cy="2188024"/>
            </a:xfrm>
            <a:custGeom>
              <a:avLst/>
              <a:gdLst>
                <a:gd name="connsiteX0" fmla="*/ 610692 w 2327728"/>
                <a:gd name="connsiteY0" fmla="*/ 0 h 2188024"/>
                <a:gd name="connsiteX1" fmla="*/ 1717036 w 2327728"/>
                <a:gd name="connsiteY1" fmla="*/ 0 h 2188024"/>
                <a:gd name="connsiteX2" fmla="*/ 1718631 w 2327728"/>
                <a:gd name="connsiteY2" fmla="*/ 768 h 2188024"/>
                <a:gd name="connsiteX3" fmla="*/ 2327728 w 2327728"/>
                <a:gd name="connsiteY3" fmla="*/ 1024160 h 2188024"/>
                <a:gd name="connsiteX4" fmla="*/ 1163864 w 2327728"/>
                <a:gd name="connsiteY4" fmla="*/ 2188024 h 2188024"/>
                <a:gd name="connsiteX5" fmla="*/ 0 w 2327728"/>
                <a:gd name="connsiteY5" fmla="*/ 1024160 h 2188024"/>
                <a:gd name="connsiteX6" fmla="*/ 609097 w 2327728"/>
                <a:gd name="connsiteY6" fmla="*/ 768 h 2188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7728" h="2188024">
                  <a:moveTo>
                    <a:pt x="610692" y="0"/>
                  </a:moveTo>
                  <a:lnTo>
                    <a:pt x="1717036" y="0"/>
                  </a:lnTo>
                  <a:lnTo>
                    <a:pt x="1718631" y="768"/>
                  </a:lnTo>
                  <a:cubicBezTo>
                    <a:pt x="2081436" y="197856"/>
                    <a:pt x="2327728" y="582246"/>
                    <a:pt x="2327728" y="1024160"/>
                  </a:cubicBezTo>
                  <a:cubicBezTo>
                    <a:pt x="2327728" y="1666944"/>
                    <a:pt x="1806648" y="2188024"/>
                    <a:pt x="1163864" y="2188024"/>
                  </a:cubicBezTo>
                  <a:cubicBezTo>
                    <a:pt x="521080" y="2188024"/>
                    <a:pt x="0" y="1666944"/>
                    <a:pt x="0" y="1024160"/>
                  </a:cubicBezTo>
                  <a:cubicBezTo>
                    <a:pt x="0" y="582246"/>
                    <a:pt x="246292" y="197856"/>
                    <a:pt x="609097" y="768"/>
                  </a:cubicBezTo>
                  <a:close/>
                </a:path>
              </a:pathLst>
            </a:custGeom>
          </p:spPr>
        </p:pic>
      </p:grpSp>
      <p:grpSp>
        <p:nvGrpSpPr>
          <p:cNvPr id="60" name="Group 59">
            <a:extLst>
              <a:ext uri="{FF2B5EF4-FFF2-40B4-BE49-F238E27FC236}">
                <a16:creationId xmlns:a16="http://schemas.microsoft.com/office/drawing/2014/main" id="{A65AA74A-0097-CB5A-F8E0-AD57441215FB}"/>
              </a:ext>
            </a:extLst>
          </p:cNvPr>
          <p:cNvGrpSpPr/>
          <p:nvPr/>
        </p:nvGrpSpPr>
        <p:grpSpPr>
          <a:xfrm>
            <a:off x="9757303" y="4160283"/>
            <a:ext cx="517452" cy="517452"/>
            <a:chOff x="8672282" y="1208315"/>
            <a:chExt cx="2327728" cy="2327728"/>
          </a:xfrm>
        </p:grpSpPr>
        <p:sp>
          <p:nvSpPr>
            <p:cNvPr id="61" name="Oval 60">
              <a:extLst>
                <a:ext uri="{FF2B5EF4-FFF2-40B4-BE49-F238E27FC236}">
                  <a16:creationId xmlns:a16="http://schemas.microsoft.com/office/drawing/2014/main" id="{162FA857-25D2-8993-C005-5FC52FDE53A9}"/>
                </a:ext>
              </a:extLst>
            </p:cNvPr>
            <p:cNvSpPr/>
            <p:nvPr/>
          </p:nvSpPr>
          <p:spPr>
            <a:xfrm>
              <a:off x="8672282" y="1208315"/>
              <a:ext cx="2327728" cy="2327728"/>
            </a:xfrm>
            <a:prstGeom prst="ellipse">
              <a:avLst/>
            </a:prstGeom>
            <a:gradFill flip="none" rotWithShape="1">
              <a:gsLst>
                <a:gs pos="0">
                  <a:schemeClr val="accent1">
                    <a:lumMod val="5000"/>
                    <a:lumOff val="95000"/>
                  </a:schemeClr>
                </a:gs>
                <a:gs pos="55000">
                  <a:srgbClr val="66CBC4"/>
                </a:gs>
                <a:gs pos="100000">
                  <a:schemeClr val="accent1">
                    <a:lumMod val="30000"/>
                    <a:lumOff val="7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2" name="Graphic 61" descr="User with solid fill">
              <a:extLst>
                <a:ext uri="{FF2B5EF4-FFF2-40B4-BE49-F238E27FC236}">
                  <a16:creationId xmlns:a16="http://schemas.microsoft.com/office/drawing/2014/main" id="{DDB5CC1D-0E6E-4771-35E8-F531D47368F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4195" r="4195" b="13888"/>
            <a:stretch>
              <a:fillRect/>
            </a:stretch>
          </p:blipFill>
          <p:spPr>
            <a:xfrm>
              <a:off x="8672282" y="1331690"/>
              <a:ext cx="2327728" cy="2188024"/>
            </a:xfrm>
            <a:custGeom>
              <a:avLst/>
              <a:gdLst>
                <a:gd name="connsiteX0" fmla="*/ 610692 w 2327728"/>
                <a:gd name="connsiteY0" fmla="*/ 0 h 2188024"/>
                <a:gd name="connsiteX1" fmla="*/ 1717036 w 2327728"/>
                <a:gd name="connsiteY1" fmla="*/ 0 h 2188024"/>
                <a:gd name="connsiteX2" fmla="*/ 1718631 w 2327728"/>
                <a:gd name="connsiteY2" fmla="*/ 768 h 2188024"/>
                <a:gd name="connsiteX3" fmla="*/ 2327728 w 2327728"/>
                <a:gd name="connsiteY3" fmla="*/ 1024160 h 2188024"/>
                <a:gd name="connsiteX4" fmla="*/ 1163864 w 2327728"/>
                <a:gd name="connsiteY4" fmla="*/ 2188024 h 2188024"/>
                <a:gd name="connsiteX5" fmla="*/ 0 w 2327728"/>
                <a:gd name="connsiteY5" fmla="*/ 1024160 h 2188024"/>
                <a:gd name="connsiteX6" fmla="*/ 609097 w 2327728"/>
                <a:gd name="connsiteY6" fmla="*/ 768 h 2188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7728" h="2188024">
                  <a:moveTo>
                    <a:pt x="610692" y="0"/>
                  </a:moveTo>
                  <a:lnTo>
                    <a:pt x="1717036" y="0"/>
                  </a:lnTo>
                  <a:lnTo>
                    <a:pt x="1718631" y="768"/>
                  </a:lnTo>
                  <a:cubicBezTo>
                    <a:pt x="2081436" y="197856"/>
                    <a:pt x="2327728" y="582246"/>
                    <a:pt x="2327728" y="1024160"/>
                  </a:cubicBezTo>
                  <a:cubicBezTo>
                    <a:pt x="2327728" y="1666944"/>
                    <a:pt x="1806648" y="2188024"/>
                    <a:pt x="1163864" y="2188024"/>
                  </a:cubicBezTo>
                  <a:cubicBezTo>
                    <a:pt x="521080" y="2188024"/>
                    <a:pt x="0" y="1666944"/>
                    <a:pt x="0" y="1024160"/>
                  </a:cubicBezTo>
                  <a:cubicBezTo>
                    <a:pt x="0" y="582246"/>
                    <a:pt x="246292" y="197856"/>
                    <a:pt x="609097" y="768"/>
                  </a:cubicBezTo>
                  <a:close/>
                </a:path>
              </a:pathLst>
            </a:custGeom>
          </p:spPr>
        </p:pic>
      </p:grpSp>
      <p:grpSp>
        <p:nvGrpSpPr>
          <p:cNvPr id="63" name="Group 62">
            <a:extLst>
              <a:ext uri="{FF2B5EF4-FFF2-40B4-BE49-F238E27FC236}">
                <a16:creationId xmlns:a16="http://schemas.microsoft.com/office/drawing/2014/main" id="{A4D4D3C9-23DA-1671-6408-7DCAA2AA23D8}"/>
              </a:ext>
            </a:extLst>
          </p:cNvPr>
          <p:cNvGrpSpPr/>
          <p:nvPr/>
        </p:nvGrpSpPr>
        <p:grpSpPr>
          <a:xfrm>
            <a:off x="10675620" y="4420308"/>
            <a:ext cx="517452" cy="517452"/>
            <a:chOff x="8672282" y="1208315"/>
            <a:chExt cx="2327728" cy="2327728"/>
          </a:xfrm>
        </p:grpSpPr>
        <p:sp>
          <p:nvSpPr>
            <p:cNvPr id="64" name="Oval 63">
              <a:extLst>
                <a:ext uri="{FF2B5EF4-FFF2-40B4-BE49-F238E27FC236}">
                  <a16:creationId xmlns:a16="http://schemas.microsoft.com/office/drawing/2014/main" id="{A2D37B2E-D71D-02B3-DC2A-8E53BC23373E}"/>
                </a:ext>
              </a:extLst>
            </p:cNvPr>
            <p:cNvSpPr/>
            <p:nvPr/>
          </p:nvSpPr>
          <p:spPr>
            <a:xfrm>
              <a:off x="8672282" y="1208315"/>
              <a:ext cx="2327728" cy="2327728"/>
            </a:xfrm>
            <a:prstGeom prst="ellipse">
              <a:avLst/>
            </a:prstGeom>
            <a:gradFill flip="none" rotWithShape="1">
              <a:gsLst>
                <a:gs pos="0">
                  <a:schemeClr val="accent1">
                    <a:lumMod val="5000"/>
                    <a:lumOff val="95000"/>
                  </a:schemeClr>
                </a:gs>
                <a:gs pos="55000">
                  <a:srgbClr val="66CBC4"/>
                </a:gs>
                <a:gs pos="100000">
                  <a:schemeClr val="accent1">
                    <a:lumMod val="30000"/>
                    <a:lumOff val="7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5" name="Graphic 64" descr="User with solid fill">
              <a:extLst>
                <a:ext uri="{FF2B5EF4-FFF2-40B4-BE49-F238E27FC236}">
                  <a16:creationId xmlns:a16="http://schemas.microsoft.com/office/drawing/2014/main" id="{6B340A12-F752-6920-9777-C15383A59EF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4195" r="4195" b="13888"/>
            <a:stretch>
              <a:fillRect/>
            </a:stretch>
          </p:blipFill>
          <p:spPr>
            <a:xfrm>
              <a:off x="8672282" y="1331690"/>
              <a:ext cx="2327728" cy="2188024"/>
            </a:xfrm>
            <a:custGeom>
              <a:avLst/>
              <a:gdLst>
                <a:gd name="connsiteX0" fmla="*/ 610692 w 2327728"/>
                <a:gd name="connsiteY0" fmla="*/ 0 h 2188024"/>
                <a:gd name="connsiteX1" fmla="*/ 1717036 w 2327728"/>
                <a:gd name="connsiteY1" fmla="*/ 0 h 2188024"/>
                <a:gd name="connsiteX2" fmla="*/ 1718631 w 2327728"/>
                <a:gd name="connsiteY2" fmla="*/ 768 h 2188024"/>
                <a:gd name="connsiteX3" fmla="*/ 2327728 w 2327728"/>
                <a:gd name="connsiteY3" fmla="*/ 1024160 h 2188024"/>
                <a:gd name="connsiteX4" fmla="*/ 1163864 w 2327728"/>
                <a:gd name="connsiteY4" fmla="*/ 2188024 h 2188024"/>
                <a:gd name="connsiteX5" fmla="*/ 0 w 2327728"/>
                <a:gd name="connsiteY5" fmla="*/ 1024160 h 2188024"/>
                <a:gd name="connsiteX6" fmla="*/ 609097 w 2327728"/>
                <a:gd name="connsiteY6" fmla="*/ 768 h 2188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7728" h="2188024">
                  <a:moveTo>
                    <a:pt x="610692" y="0"/>
                  </a:moveTo>
                  <a:lnTo>
                    <a:pt x="1717036" y="0"/>
                  </a:lnTo>
                  <a:lnTo>
                    <a:pt x="1718631" y="768"/>
                  </a:lnTo>
                  <a:cubicBezTo>
                    <a:pt x="2081436" y="197856"/>
                    <a:pt x="2327728" y="582246"/>
                    <a:pt x="2327728" y="1024160"/>
                  </a:cubicBezTo>
                  <a:cubicBezTo>
                    <a:pt x="2327728" y="1666944"/>
                    <a:pt x="1806648" y="2188024"/>
                    <a:pt x="1163864" y="2188024"/>
                  </a:cubicBezTo>
                  <a:cubicBezTo>
                    <a:pt x="521080" y="2188024"/>
                    <a:pt x="0" y="1666944"/>
                    <a:pt x="0" y="1024160"/>
                  </a:cubicBezTo>
                  <a:cubicBezTo>
                    <a:pt x="0" y="582246"/>
                    <a:pt x="246292" y="197856"/>
                    <a:pt x="609097" y="768"/>
                  </a:cubicBezTo>
                  <a:close/>
                </a:path>
              </a:pathLst>
            </a:custGeom>
          </p:spPr>
        </p:pic>
      </p:grpSp>
    </p:spTree>
    <p:extLst>
      <p:ext uri="{BB962C8B-B14F-4D97-AF65-F5344CB8AC3E}">
        <p14:creationId xmlns:p14="http://schemas.microsoft.com/office/powerpoint/2010/main" val="25500376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AA0423-0F98-26DB-173F-D0EBFA3671A7}"/>
              </a:ext>
            </a:extLst>
          </p:cNvPr>
          <p:cNvSpPr/>
          <p:nvPr/>
        </p:nvSpPr>
        <p:spPr>
          <a:xfrm>
            <a:off x="4004126" y="1656728"/>
            <a:ext cx="1187450" cy="162997"/>
          </a:xfrm>
          <a:prstGeom prst="rect">
            <a:avLst/>
          </a:prstGeom>
          <a:solidFill>
            <a:srgbClr val="FFC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38A4CB7C-D1D0-EDDE-8DF4-71F4D9437EA4}"/>
              </a:ext>
            </a:extLst>
          </p:cNvPr>
          <p:cNvSpPr txBox="1"/>
          <p:nvPr/>
        </p:nvSpPr>
        <p:spPr>
          <a:xfrm>
            <a:off x="654958" y="1331690"/>
            <a:ext cx="4668156" cy="584775"/>
          </a:xfrm>
          <a:prstGeom prst="rect">
            <a:avLst/>
          </a:prstGeom>
          <a:noFill/>
        </p:spPr>
        <p:txBody>
          <a:bodyPr wrap="square" rtlCol="0">
            <a:spAutoFit/>
          </a:bodyPr>
          <a:lstStyle/>
          <a:p>
            <a:r>
              <a:rPr lang="en-GB" sz="3200" b="1" dirty="0">
                <a:solidFill>
                  <a:srgbClr val="2D2D2D"/>
                </a:solidFill>
                <a:latin typeface="Libre Baskerville" panose="02000000000000000000" pitchFamily="2" charset="0"/>
              </a:rPr>
              <a:t>Team and Timeline</a:t>
            </a:r>
          </a:p>
        </p:txBody>
      </p:sp>
      <p:sp>
        <p:nvSpPr>
          <p:cNvPr id="2" name="TextBox 1">
            <a:extLst>
              <a:ext uri="{FF2B5EF4-FFF2-40B4-BE49-F238E27FC236}">
                <a16:creationId xmlns:a16="http://schemas.microsoft.com/office/drawing/2014/main" id="{2B574BD8-9138-C6EE-55D9-CC56FED13FBD}"/>
              </a:ext>
            </a:extLst>
          </p:cNvPr>
          <p:cNvSpPr txBox="1"/>
          <p:nvPr/>
        </p:nvSpPr>
        <p:spPr>
          <a:xfrm>
            <a:off x="783771" y="2530929"/>
            <a:ext cx="5312230" cy="3063659"/>
          </a:xfrm>
          <a:prstGeom prst="rect">
            <a:avLst/>
          </a:prstGeom>
          <a:noFill/>
        </p:spPr>
        <p:txBody>
          <a:bodyPr wrap="square" rtlCol="0">
            <a:spAutoFit/>
          </a:bodyPr>
          <a:lstStyle/>
          <a:p>
            <a:pPr>
              <a:lnSpc>
                <a:spcPct val="107000"/>
              </a:lnSpc>
              <a:spcAft>
                <a:spcPts val="800"/>
              </a:spcAft>
            </a:pPr>
            <a:r>
              <a:rPr lang="en-GB" sz="2000" b="1" i="0" dirty="0">
                <a:solidFill>
                  <a:srgbClr val="2D2D2D"/>
                </a:solidFill>
                <a:effectLst/>
                <a:latin typeface="Libre Baskerville" panose="02000000000000000000" pitchFamily="2" charset="0"/>
              </a:rPr>
              <a:t>Team:</a:t>
            </a:r>
            <a:r>
              <a:rPr lang="en-GB" sz="2400" b="0" i="0" dirty="0">
                <a:solidFill>
                  <a:srgbClr val="2D2D2D"/>
                </a:solidFill>
                <a:effectLst/>
                <a:latin typeface="Libre Baskerville" panose="02000000000000000000" pitchFamily="2" charset="0"/>
              </a:rPr>
              <a:t> </a:t>
            </a:r>
          </a:p>
          <a:p>
            <a:pPr>
              <a:lnSpc>
                <a:spcPct val="107000"/>
              </a:lnSpc>
              <a:spcAft>
                <a:spcPts val="800"/>
              </a:spcAft>
            </a:pPr>
            <a:r>
              <a:rPr lang="en-GB" sz="1400" b="0" i="0" dirty="0">
                <a:solidFill>
                  <a:srgbClr val="2D2D2D"/>
                </a:solidFill>
                <a:effectLst/>
                <a:latin typeface="Switzer Light" pitchFamily="50" charset="0"/>
              </a:rPr>
              <a:t>A team refers to a group of individuals who come together to collaborate and work towards a common goal or objective. In a team, members contribute their skills, knowledge, and efforts to achieve shared outcomes. Teams are often formed within organizations to accomplish specific tasks, projects, or initiatives. They can be composed of people from different departments, with diverse expertise, who work together to leverage their collective abilities and achieve better results than they would individually.</a:t>
            </a:r>
          </a:p>
          <a:p>
            <a:pPr>
              <a:lnSpc>
                <a:spcPct val="107000"/>
              </a:lnSpc>
              <a:spcAft>
                <a:spcPts val="800"/>
              </a:spcAft>
            </a:pPr>
            <a:endParaRPr lang="en-GB" kern="100" dirty="0">
              <a:solidFill>
                <a:srgbClr val="2D2D2D"/>
              </a:solidFill>
              <a:effectLst/>
              <a:latin typeface="Switzer" pitchFamily="50" charset="0"/>
              <a:ea typeface="Calibri" panose="020F0502020204030204" pitchFamily="34" charset="0"/>
              <a:cs typeface="Iskoola Pota" panose="020B0502040204020203" pitchFamily="34" charset="0"/>
            </a:endParaRPr>
          </a:p>
        </p:txBody>
      </p:sp>
      <p:sp>
        <p:nvSpPr>
          <p:cNvPr id="5" name="TextBox 4">
            <a:extLst>
              <a:ext uri="{FF2B5EF4-FFF2-40B4-BE49-F238E27FC236}">
                <a16:creationId xmlns:a16="http://schemas.microsoft.com/office/drawing/2014/main" id="{52CC7AD5-B8F5-BEF3-8F00-3356868D8378}"/>
              </a:ext>
            </a:extLst>
          </p:cNvPr>
          <p:cNvSpPr txBox="1"/>
          <p:nvPr/>
        </p:nvSpPr>
        <p:spPr>
          <a:xfrm>
            <a:off x="6095999" y="2530928"/>
            <a:ext cx="5312230" cy="2785058"/>
          </a:xfrm>
          <a:prstGeom prst="rect">
            <a:avLst/>
          </a:prstGeom>
          <a:noFill/>
        </p:spPr>
        <p:txBody>
          <a:bodyPr wrap="square" rtlCol="0">
            <a:spAutoFit/>
          </a:bodyPr>
          <a:lstStyle/>
          <a:p>
            <a:pPr algn="l"/>
            <a:r>
              <a:rPr lang="en-GB" sz="2000" b="1" i="0" dirty="0">
                <a:solidFill>
                  <a:schemeClr val="tx1">
                    <a:lumMod val="85000"/>
                    <a:lumOff val="15000"/>
                  </a:schemeClr>
                </a:solidFill>
                <a:effectLst/>
                <a:latin typeface="Libre Baskerville" panose="02000000000000000000" pitchFamily="2" charset="0"/>
              </a:rPr>
              <a:t>Timeline:</a:t>
            </a:r>
          </a:p>
          <a:p>
            <a:pPr algn="l"/>
            <a:r>
              <a:rPr lang="en-GB" sz="2400" b="0" i="0" dirty="0">
                <a:solidFill>
                  <a:schemeClr val="tx1">
                    <a:lumMod val="85000"/>
                    <a:lumOff val="15000"/>
                  </a:schemeClr>
                </a:solidFill>
                <a:effectLst/>
                <a:latin typeface="Switzer" pitchFamily="50" charset="0"/>
              </a:rPr>
              <a:t> </a:t>
            </a:r>
            <a:r>
              <a:rPr lang="en-GB" sz="1400" b="0" i="0" dirty="0">
                <a:solidFill>
                  <a:schemeClr val="tx1">
                    <a:lumMod val="85000"/>
                    <a:lumOff val="15000"/>
                  </a:schemeClr>
                </a:solidFill>
                <a:effectLst/>
                <a:latin typeface="Switzer Light" pitchFamily="50" charset="0"/>
              </a:rPr>
              <a:t>A timeline is a visual representation or chronological sequence of events, activities, or milestones that occur over a period of time. It provides a structured way to depict the order and duration of various events or actions. Timelines are commonly used for project management, historical representation, planning, and tracking progress. They can be displayed as a linear line with dates or as a horizontal bar chart, where events or activities are positioned based on their occurrence within a specific timeframe.</a:t>
            </a:r>
          </a:p>
          <a:p>
            <a:pPr>
              <a:lnSpc>
                <a:spcPct val="107000"/>
              </a:lnSpc>
              <a:spcAft>
                <a:spcPts val="800"/>
              </a:spcAft>
            </a:pPr>
            <a:endParaRPr lang="en-GB" sz="1400" kern="100" dirty="0">
              <a:solidFill>
                <a:srgbClr val="2D2D2D"/>
              </a:solidFill>
              <a:effectLst/>
              <a:latin typeface="Switzer" pitchFamily="50" charset="0"/>
              <a:ea typeface="Calibri" panose="020F0502020204030204" pitchFamily="34" charset="0"/>
              <a:cs typeface="Iskoola Pota" panose="020B0502040204020203" pitchFamily="34" charset="0"/>
            </a:endParaRPr>
          </a:p>
        </p:txBody>
      </p:sp>
      <p:sp>
        <p:nvSpPr>
          <p:cNvPr id="8" name="Footer Placeholder 7">
            <a:extLst>
              <a:ext uri="{FF2B5EF4-FFF2-40B4-BE49-F238E27FC236}">
                <a16:creationId xmlns:a16="http://schemas.microsoft.com/office/drawing/2014/main" id="{2F1A567E-A0D2-7C07-B297-FBAD66144EF0}"/>
              </a:ext>
            </a:extLst>
          </p:cNvPr>
          <p:cNvSpPr>
            <a:spLocks noGrp="1"/>
          </p:cNvSpPr>
          <p:nvPr>
            <p:ph type="ftr" sz="quarter" idx="11"/>
          </p:nvPr>
        </p:nvSpPr>
        <p:spPr/>
        <p:txBody>
          <a:bodyPr/>
          <a:lstStyle/>
          <a:p>
            <a:r>
              <a:rPr lang="en-GB"/>
              <a:t>Project</a:t>
            </a:r>
            <a:endParaRPr lang="en-GB" dirty="0"/>
          </a:p>
        </p:txBody>
      </p:sp>
      <p:sp>
        <p:nvSpPr>
          <p:cNvPr id="9" name="Slide Number Placeholder 8">
            <a:extLst>
              <a:ext uri="{FF2B5EF4-FFF2-40B4-BE49-F238E27FC236}">
                <a16:creationId xmlns:a16="http://schemas.microsoft.com/office/drawing/2014/main" id="{B88F7ED2-E1B2-7FE3-BE43-4D1E6DB8ABEA}"/>
              </a:ext>
            </a:extLst>
          </p:cNvPr>
          <p:cNvSpPr>
            <a:spLocks noGrp="1"/>
          </p:cNvSpPr>
          <p:nvPr>
            <p:ph type="sldNum" sz="quarter" idx="12"/>
          </p:nvPr>
        </p:nvSpPr>
        <p:spPr/>
        <p:txBody>
          <a:bodyPr/>
          <a:lstStyle/>
          <a:p>
            <a:fld id="{A50A5AA7-2A79-44FA-9B95-83E5EFBB2F73}" type="slidenum">
              <a:rPr lang="en-GB" smtClean="0"/>
              <a:pPr/>
              <a:t>9</a:t>
            </a:fld>
            <a:endParaRPr lang="en-GB" dirty="0"/>
          </a:p>
        </p:txBody>
      </p:sp>
      <p:sp>
        <p:nvSpPr>
          <p:cNvPr id="10" name="Rectangle: Rounded Corners 9">
            <a:extLst>
              <a:ext uri="{FF2B5EF4-FFF2-40B4-BE49-F238E27FC236}">
                <a16:creationId xmlns:a16="http://schemas.microsoft.com/office/drawing/2014/main" id="{5D984F5C-11A2-9551-FC7D-FD24B9BB52F1}"/>
              </a:ext>
            </a:extLst>
          </p:cNvPr>
          <p:cNvSpPr/>
          <p:nvPr/>
        </p:nvSpPr>
        <p:spPr>
          <a:xfrm>
            <a:off x="329337" y="325090"/>
            <a:ext cx="2017255" cy="313889"/>
          </a:xfrm>
          <a:prstGeom prst="roundRect">
            <a:avLst>
              <a:gd name="adj" fmla="val 23182"/>
            </a:avLst>
          </a:prstGeom>
          <a:solidFill>
            <a:srgbClr val="66CB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latin typeface="Switzer" pitchFamily="50" charset="0"/>
              </a:rPr>
              <a:t>Topic/Sub Topic</a:t>
            </a:r>
          </a:p>
        </p:txBody>
      </p:sp>
      <p:pic>
        <p:nvPicPr>
          <p:cNvPr id="11" name="Picture 10">
            <a:extLst>
              <a:ext uri="{FF2B5EF4-FFF2-40B4-BE49-F238E27FC236}">
                <a16:creationId xmlns:a16="http://schemas.microsoft.com/office/drawing/2014/main" id="{D7859B25-B46E-488E-2E8C-E8EE355B94CA}"/>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1341312" y="314509"/>
            <a:ext cx="538019" cy="486051"/>
          </a:xfrm>
          <a:prstGeom prst="rect">
            <a:avLst/>
          </a:prstGeom>
        </p:spPr>
      </p:pic>
    </p:spTree>
    <p:extLst>
      <p:ext uri="{BB962C8B-B14F-4D97-AF65-F5344CB8AC3E}">
        <p14:creationId xmlns:p14="http://schemas.microsoft.com/office/powerpoint/2010/main" val="4214972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AA0423-0F98-26DB-173F-D0EBFA3671A7}"/>
              </a:ext>
            </a:extLst>
          </p:cNvPr>
          <p:cNvSpPr/>
          <p:nvPr/>
        </p:nvSpPr>
        <p:spPr>
          <a:xfrm>
            <a:off x="4004126" y="1656728"/>
            <a:ext cx="1187450" cy="162997"/>
          </a:xfrm>
          <a:prstGeom prst="rect">
            <a:avLst/>
          </a:prstGeom>
          <a:solidFill>
            <a:srgbClr val="FFC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38A4CB7C-D1D0-EDDE-8DF4-71F4D9437EA4}"/>
              </a:ext>
            </a:extLst>
          </p:cNvPr>
          <p:cNvSpPr txBox="1"/>
          <p:nvPr/>
        </p:nvSpPr>
        <p:spPr>
          <a:xfrm>
            <a:off x="654957" y="1331690"/>
            <a:ext cx="4644155" cy="584775"/>
          </a:xfrm>
          <a:prstGeom prst="rect">
            <a:avLst/>
          </a:prstGeom>
          <a:noFill/>
        </p:spPr>
        <p:txBody>
          <a:bodyPr wrap="square" rtlCol="0">
            <a:spAutoFit/>
          </a:bodyPr>
          <a:lstStyle/>
          <a:p>
            <a:r>
              <a:rPr lang="en-GB" sz="3200" b="1" dirty="0">
                <a:solidFill>
                  <a:srgbClr val="2D2D2D"/>
                </a:solidFill>
                <a:latin typeface="Libre Baskerville" panose="02000000000000000000" pitchFamily="2" charset="0"/>
              </a:rPr>
              <a:t>Team and Timeline</a:t>
            </a:r>
          </a:p>
        </p:txBody>
      </p:sp>
      <p:sp>
        <p:nvSpPr>
          <p:cNvPr id="2" name="TextBox 1">
            <a:extLst>
              <a:ext uri="{FF2B5EF4-FFF2-40B4-BE49-F238E27FC236}">
                <a16:creationId xmlns:a16="http://schemas.microsoft.com/office/drawing/2014/main" id="{2B574BD8-9138-C6EE-55D9-CC56FED13FBD}"/>
              </a:ext>
            </a:extLst>
          </p:cNvPr>
          <p:cNvSpPr txBox="1"/>
          <p:nvPr/>
        </p:nvSpPr>
        <p:spPr>
          <a:xfrm>
            <a:off x="783770" y="2530929"/>
            <a:ext cx="6645729" cy="3267241"/>
          </a:xfrm>
          <a:prstGeom prst="rect">
            <a:avLst/>
          </a:prstGeom>
          <a:noFill/>
        </p:spPr>
        <p:txBody>
          <a:bodyPr wrap="square" rtlCol="0">
            <a:spAutoFit/>
          </a:bodyPr>
          <a:lstStyle/>
          <a:p>
            <a:pPr marL="0" algn="just" rtl="0" eaLnBrk="1" latinLnBrk="0" hangingPunct="1">
              <a:lnSpc>
                <a:spcPct val="107000"/>
              </a:lnSpc>
              <a:spcBef>
                <a:spcPts val="0"/>
              </a:spcBef>
              <a:spcAft>
                <a:spcPts val="800"/>
              </a:spcAft>
            </a:pPr>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Video provides a powerful way to help you prove your point. When you click Online Video, you can paste in the embed code for the video you want to add. You can also type a keyword to search online for the video that best fits your document. To make your document look professionally produced, Word provides header, footer, cover page, and text box designs that complement each other. For example, you can add a matching cover page, header, and sidebar.</a:t>
            </a:r>
            <a:endParaRPr lang="en-GB" sz="1200" dirty="0">
              <a:solidFill>
                <a:srgbClr val="2D2D2D"/>
              </a:solidFill>
              <a:effectLst/>
              <a:latin typeface="Switzer Light" pitchFamily="50" charset="0"/>
            </a:endParaRPr>
          </a:p>
          <a:p>
            <a:pPr algn="just"/>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Click Insert and then choose the elements you want from the different galleries. Themes and styles also help keep your document coordinated. When you click Design and choose a new Theme, the pictures, charts, and SmartArt graphics change to match your new theme. When you apply styles, your headings change to match the new theme. Save time in Word with new buttons that show up where you need them</a:t>
            </a:r>
          </a:p>
          <a:p>
            <a:pPr algn="just"/>
            <a:endParaRPr lang="en-GB" sz="1200" kern="100" dirty="0">
              <a:solidFill>
                <a:srgbClr val="2D2D2D"/>
              </a:solidFill>
              <a:latin typeface="Switzer Light" pitchFamily="50" charset="0"/>
              <a:ea typeface="Calibri" panose="020F0502020204030204" pitchFamily="34" charset="0"/>
              <a:cs typeface="Iskoola Pota" panose="020B0502040204020203" pitchFamily="34" charset="0"/>
            </a:endParaRPr>
          </a:p>
          <a:p>
            <a:pPr marL="0" algn="just" rtl="0" eaLnBrk="1" latinLnBrk="0" hangingPunct="1">
              <a:lnSpc>
                <a:spcPct val="107000"/>
              </a:lnSpc>
              <a:spcBef>
                <a:spcPts val="0"/>
              </a:spcBef>
              <a:spcAft>
                <a:spcPts val="800"/>
              </a:spcAft>
            </a:pPr>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Video provides a powerful way to help you prove your point. When you click Online Video, you can paste in the embed code for the video you want to add. You can also type a keyword to search online for the video that best fits your document. To make your document look professionally produced, Word provides header, footer, cover page, and text box designs that complement each other. For example, you can add a matching cover page, header, and sidebar.</a:t>
            </a:r>
            <a:endParaRPr lang="en-GB" sz="1200" dirty="0">
              <a:solidFill>
                <a:srgbClr val="2D2D2D"/>
              </a:solidFill>
              <a:effectLst/>
              <a:latin typeface="Switzer Light" pitchFamily="50" charset="0"/>
            </a:endParaRPr>
          </a:p>
        </p:txBody>
      </p:sp>
      <p:sp>
        <p:nvSpPr>
          <p:cNvPr id="15" name="Rectangle: Rounded Corners 14">
            <a:extLst>
              <a:ext uri="{FF2B5EF4-FFF2-40B4-BE49-F238E27FC236}">
                <a16:creationId xmlns:a16="http://schemas.microsoft.com/office/drawing/2014/main" id="{9CB1E22C-A5A4-E6B8-C223-7514E6E8B64C}"/>
              </a:ext>
            </a:extLst>
          </p:cNvPr>
          <p:cNvSpPr/>
          <p:nvPr/>
        </p:nvSpPr>
        <p:spPr>
          <a:xfrm>
            <a:off x="7968343" y="2442793"/>
            <a:ext cx="3673928" cy="3314700"/>
          </a:xfrm>
          <a:prstGeom prst="roundRect">
            <a:avLst>
              <a:gd name="adj" fmla="val 6815"/>
            </a:avLst>
          </a:prstGeom>
          <a:solidFill>
            <a:srgbClr val="FFC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GB" sz="1800" kern="100" dirty="0">
                <a:solidFill>
                  <a:schemeClr val="bg1"/>
                </a:solidFill>
                <a:effectLst/>
                <a:latin typeface="Switzer" pitchFamily="50" charset="0"/>
                <a:ea typeface="Calibri" panose="020F0502020204030204" pitchFamily="34" charset="0"/>
                <a:cs typeface="Iskoola Pota" panose="020B0502040204020203" pitchFamily="34" charset="0"/>
              </a:rPr>
              <a:t>Video provides a powerful way to help you prove your point. When you click Online Video, you can paste in the embed code for the video you want to add.</a:t>
            </a:r>
            <a:endParaRPr lang="en-GB" dirty="0">
              <a:solidFill>
                <a:schemeClr val="bg1"/>
              </a:solidFill>
              <a:effectLst/>
            </a:endParaRPr>
          </a:p>
        </p:txBody>
      </p:sp>
      <p:grpSp>
        <p:nvGrpSpPr>
          <p:cNvPr id="14" name="Group 13">
            <a:extLst>
              <a:ext uri="{FF2B5EF4-FFF2-40B4-BE49-F238E27FC236}">
                <a16:creationId xmlns:a16="http://schemas.microsoft.com/office/drawing/2014/main" id="{062ADF2C-DFCD-4EF9-5CA4-2E67EE9D188E}"/>
              </a:ext>
            </a:extLst>
          </p:cNvPr>
          <p:cNvGrpSpPr/>
          <p:nvPr/>
        </p:nvGrpSpPr>
        <p:grpSpPr>
          <a:xfrm>
            <a:off x="8974537" y="1621419"/>
            <a:ext cx="1661540" cy="1661540"/>
            <a:chOff x="8672282" y="1208315"/>
            <a:chExt cx="2327728" cy="2327728"/>
          </a:xfrm>
        </p:grpSpPr>
        <p:sp>
          <p:nvSpPr>
            <p:cNvPr id="12" name="Oval 11">
              <a:extLst>
                <a:ext uri="{FF2B5EF4-FFF2-40B4-BE49-F238E27FC236}">
                  <a16:creationId xmlns:a16="http://schemas.microsoft.com/office/drawing/2014/main" id="{9D924B6B-A30B-E0C4-EC84-381E519C9CF7}"/>
                </a:ext>
              </a:extLst>
            </p:cNvPr>
            <p:cNvSpPr/>
            <p:nvPr/>
          </p:nvSpPr>
          <p:spPr>
            <a:xfrm>
              <a:off x="8672282" y="1208315"/>
              <a:ext cx="2327728" cy="2327728"/>
            </a:xfrm>
            <a:prstGeom prst="ellipse">
              <a:avLst/>
            </a:prstGeom>
            <a:gradFill flip="none" rotWithShape="1">
              <a:gsLst>
                <a:gs pos="0">
                  <a:schemeClr val="accent1">
                    <a:lumMod val="5000"/>
                    <a:lumOff val="95000"/>
                  </a:schemeClr>
                </a:gs>
                <a:gs pos="55000">
                  <a:srgbClr val="66CBC4"/>
                </a:gs>
                <a:gs pos="100000">
                  <a:schemeClr val="accent1">
                    <a:lumMod val="30000"/>
                    <a:lumOff val="7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Graphic 12" descr="User with solid fill">
              <a:extLst>
                <a:ext uri="{FF2B5EF4-FFF2-40B4-BE49-F238E27FC236}">
                  <a16:creationId xmlns:a16="http://schemas.microsoft.com/office/drawing/2014/main" id="{7F2D1490-1DCB-1251-0E54-271EB2FB2E6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4195" r="4195" b="13888"/>
            <a:stretch>
              <a:fillRect/>
            </a:stretch>
          </p:blipFill>
          <p:spPr>
            <a:xfrm>
              <a:off x="8672282" y="1331690"/>
              <a:ext cx="2327728" cy="2188024"/>
            </a:xfrm>
            <a:custGeom>
              <a:avLst/>
              <a:gdLst>
                <a:gd name="connsiteX0" fmla="*/ 610692 w 2327728"/>
                <a:gd name="connsiteY0" fmla="*/ 0 h 2188024"/>
                <a:gd name="connsiteX1" fmla="*/ 1717036 w 2327728"/>
                <a:gd name="connsiteY1" fmla="*/ 0 h 2188024"/>
                <a:gd name="connsiteX2" fmla="*/ 1718631 w 2327728"/>
                <a:gd name="connsiteY2" fmla="*/ 768 h 2188024"/>
                <a:gd name="connsiteX3" fmla="*/ 2327728 w 2327728"/>
                <a:gd name="connsiteY3" fmla="*/ 1024160 h 2188024"/>
                <a:gd name="connsiteX4" fmla="*/ 1163864 w 2327728"/>
                <a:gd name="connsiteY4" fmla="*/ 2188024 h 2188024"/>
                <a:gd name="connsiteX5" fmla="*/ 0 w 2327728"/>
                <a:gd name="connsiteY5" fmla="*/ 1024160 h 2188024"/>
                <a:gd name="connsiteX6" fmla="*/ 609097 w 2327728"/>
                <a:gd name="connsiteY6" fmla="*/ 768 h 2188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7728" h="2188024">
                  <a:moveTo>
                    <a:pt x="610692" y="0"/>
                  </a:moveTo>
                  <a:lnTo>
                    <a:pt x="1717036" y="0"/>
                  </a:lnTo>
                  <a:lnTo>
                    <a:pt x="1718631" y="768"/>
                  </a:lnTo>
                  <a:cubicBezTo>
                    <a:pt x="2081436" y="197856"/>
                    <a:pt x="2327728" y="582246"/>
                    <a:pt x="2327728" y="1024160"/>
                  </a:cubicBezTo>
                  <a:cubicBezTo>
                    <a:pt x="2327728" y="1666944"/>
                    <a:pt x="1806648" y="2188024"/>
                    <a:pt x="1163864" y="2188024"/>
                  </a:cubicBezTo>
                  <a:cubicBezTo>
                    <a:pt x="521080" y="2188024"/>
                    <a:pt x="0" y="1666944"/>
                    <a:pt x="0" y="1024160"/>
                  </a:cubicBezTo>
                  <a:cubicBezTo>
                    <a:pt x="0" y="582246"/>
                    <a:pt x="246292" y="197856"/>
                    <a:pt x="609097" y="768"/>
                  </a:cubicBezTo>
                  <a:close/>
                </a:path>
              </a:pathLst>
            </a:custGeom>
          </p:spPr>
        </p:pic>
      </p:grpSp>
      <p:sp>
        <p:nvSpPr>
          <p:cNvPr id="7" name="Footer Placeholder 6">
            <a:extLst>
              <a:ext uri="{FF2B5EF4-FFF2-40B4-BE49-F238E27FC236}">
                <a16:creationId xmlns:a16="http://schemas.microsoft.com/office/drawing/2014/main" id="{1128953D-E53B-09CB-C4D0-23927045D0DD}"/>
              </a:ext>
            </a:extLst>
          </p:cNvPr>
          <p:cNvSpPr>
            <a:spLocks noGrp="1"/>
          </p:cNvSpPr>
          <p:nvPr>
            <p:ph type="ftr" sz="quarter" idx="11"/>
          </p:nvPr>
        </p:nvSpPr>
        <p:spPr/>
        <p:txBody>
          <a:bodyPr/>
          <a:lstStyle/>
          <a:p>
            <a:r>
              <a:rPr lang="en-GB"/>
              <a:t>Project</a:t>
            </a:r>
            <a:endParaRPr lang="en-GB" dirty="0"/>
          </a:p>
        </p:txBody>
      </p:sp>
      <p:sp>
        <p:nvSpPr>
          <p:cNvPr id="8" name="Slide Number Placeholder 7">
            <a:extLst>
              <a:ext uri="{FF2B5EF4-FFF2-40B4-BE49-F238E27FC236}">
                <a16:creationId xmlns:a16="http://schemas.microsoft.com/office/drawing/2014/main" id="{0BB811B6-B9ED-EA97-13D1-4F8690667D54}"/>
              </a:ext>
            </a:extLst>
          </p:cNvPr>
          <p:cNvSpPr>
            <a:spLocks noGrp="1"/>
          </p:cNvSpPr>
          <p:nvPr>
            <p:ph type="sldNum" sz="quarter" idx="12"/>
          </p:nvPr>
        </p:nvSpPr>
        <p:spPr/>
        <p:txBody>
          <a:bodyPr/>
          <a:lstStyle/>
          <a:p>
            <a:fld id="{A50A5AA7-2A79-44FA-9B95-83E5EFBB2F73}" type="slidenum">
              <a:rPr lang="en-GB" smtClean="0"/>
              <a:pPr/>
              <a:t>10</a:t>
            </a:fld>
            <a:endParaRPr lang="en-GB" dirty="0"/>
          </a:p>
        </p:txBody>
      </p:sp>
      <p:sp>
        <p:nvSpPr>
          <p:cNvPr id="9" name="Rectangle: Rounded Corners 8">
            <a:extLst>
              <a:ext uri="{FF2B5EF4-FFF2-40B4-BE49-F238E27FC236}">
                <a16:creationId xmlns:a16="http://schemas.microsoft.com/office/drawing/2014/main" id="{69BB41B9-062E-AAEB-D841-83F159EADF29}"/>
              </a:ext>
            </a:extLst>
          </p:cNvPr>
          <p:cNvSpPr/>
          <p:nvPr/>
        </p:nvSpPr>
        <p:spPr>
          <a:xfrm>
            <a:off x="329337" y="325090"/>
            <a:ext cx="2017255" cy="313889"/>
          </a:xfrm>
          <a:prstGeom prst="roundRect">
            <a:avLst>
              <a:gd name="adj" fmla="val 23182"/>
            </a:avLst>
          </a:prstGeom>
          <a:solidFill>
            <a:srgbClr val="66CB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latin typeface="Switzer" pitchFamily="50" charset="0"/>
              </a:rPr>
              <a:t>Topic/Sub Topic</a:t>
            </a:r>
          </a:p>
        </p:txBody>
      </p:sp>
      <p:pic>
        <p:nvPicPr>
          <p:cNvPr id="10" name="Picture 9">
            <a:extLst>
              <a:ext uri="{FF2B5EF4-FFF2-40B4-BE49-F238E27FC236}">
                <a16:creationId xmlns:a16="http://schemas.microsoft.com/office/drawing/2014/main" id="{350ACACC-6C5E-21F2-1B27-98529E4710F4}"/>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11341312" y="314509"/>
            <a:ext cx="538019" cy="486051"/>
          </a:xfrm>
          <a:prstGeom prst="rect">
            <a:avLst/>
          </a:prstGeom>
        </p:spPr>
      </p:pic>
    </p:spTree>
    <p:extLst>
      <p:ext uri="{BB962C8B-B14F-4D97-AF65-F5344CB8AC3E}">
        <p14:creationId xmlns:p14="http://schemas.microsoft.com/office/powerpoint/2010/main" val="36304708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AA0423-0F98-26DB-173F-D0EBFA3671A7}"/>
              </a:ext>
            </a:extLst>
          </p:cNvPr>
          <p:cNvSpPr/>
          <p:nvPr/>
        </p:nvSpPr>
        <p:spPr>
          <a:xfrm>
            <a:off x="4461327" y="1656728"/>
            <a:ext cx="1187450" cy="162997"/>
          </a:xfrm>
          <a:prstGeom prst="rect">
            <a:avLst/>
          </a:prstGeom>
          <a:solidFill>
            <a:srgbClr val="FFC2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38A4CB7C-D1D0-EDDE-8DF4-71F4D9437EA4}"/>
              </a:ext>
            </a:extLst>
          </p:cNvPr>
          <p:cNvSpPr txBox="1"/>
          <p:nvPr/>
        </p:nvSpPr>
        <p:spPr>
          <a:xfrm>
            <a:off x="654958" y="1331690"/>
            <a:ext cx="5125356" cy="584775"/>
          </a:xfrm>
          <a:prstGeom prst="rect">
            <a:avLst/>
          </a:prstGeom>
          <a:noFill/>
        </p:spPr>
        <p:txBody>
          <a:bodyPr wrap="square" rtlCol="0">
            <a:spAutoFit/>
          </a:bodyPr>
          <a:lstStyle/>
          <a:p>
            <a:r>
              <a:rPr lang="en-GB" sz="3200" b="1" dirty="0">
                <a:solidFill>
                  <a:srgbClr val="2D2D2D"/>
                </a:solidFill>
                <a:latin typeface="Libre Baskerville" panose="02000000000000000000" pitchFamily="2" charset="0"/>
              </a:rPr>
              <a:t>Financial and Metrics</a:t>
            </a:r>
          </a:p>
        </p:txBody>
      </p:sp>
      <p:sp>
        <p:nvSpPr>
          <p:cNvPr id="2" name="TextBox 1">
            <a:extLst>
              <a:ext uri="{FF2B5EF4-FFF2-40B4-BE49-F238E27FC236}">
                <a16:creationId xmlns:a16="http://schemas.microsoft.com/office/drawing/2014/main" id="{2B574BD8-9138-C6EE-55D9-CC56FED13FBD}"/>
              </a:ext>
            </a:extLst>
          </p:cNvPr>
          <p:cNvSpPr txBox="1"/>
          <p:nvPr/>
        </p:nvSpPr>
        <p:spPr>
          <a:xfrm>
            <a:off x="914400" y="2498271"/>
            <a:ext cx="6355442" cy="1961627"/>
          </a:xfrm>
          <a:prstGeom prst="rect">
            <a:avLst/>
          </a:prstGeom>
          <a:noFill/>
        </p:spPr>
        <p:txBody>
          <a:bodyPr wrap="square" rtlCol="0">
            <a:spAutoFit/>
          </a:bodyPr>
          <a:lstStyle/>
          <a:p>
            <a:pPr algn="just">
              <a:lnSpc>
                <a:spcPct val="107000"/>
              </a:lnSpc>
              <a:spcAft>
                <a:spcPts val="800"/>
              </a:spcAft>
            </a:pPr>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Video provides a powerful way to help you prove your point. When you click Online Video, you can paste in the embed code for the video you want to add. You can also type a keyword to search online for the video that best fits your document. To make your document look professionally produced, Word provides </a:t>
            </a:r>
            <a:r>
              <a:rPr lang="en-GB" sz="1200" kern="100" dirty="0">
                <a:solidFill>
                  <a:srgbClr val="2D2D2D"/>
                </a:solidFill>
                <a:effectLst/>
                <a:latin typeface="Switzer Light" pitchFamily="50" charset="0"/>
                <a:ea typeface="Calibri" panose="020F0502020204030204" pitchFamily="34" charset="0"/>
                <a:cs typeface="Calibri" panose="020F0502020204030204" pitchFamily="34" charset="0"/>
              </a:rPr>
              <a:t>header</a:t>
            </a:r>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 footer, cover page, and text box designs that complement each other. For example, you can add a matching cover page, header, and sidebar.</a:t>
            </a:r>
          </a:p>
          <a:p>
            <a:pPr algn="just">
              <a:lnSpc>
                <a:spcPct val="107000"/>
              </a:lnSpc>
              <a:spcAft>
                <a:spcPts val="800"/>
              </a:spcAft>
            </a:pPr>
            <a:r>
              <a:rPr lang="en-GB" sz="1200" kern="100" dirty="0">
                <a:solidFill>
                  <a:srgbClr val="2D2D2D"/>
                </a:solidFill>
                <a:effectLst/>
                <a:latin typeface="Switzer Light" pitchFamily="50" charset="0"/>
                <a:ea typeface="Calibri" panose="020F0502020204030204" pitchFamily="34" charset="0"/>
                <a:cs typeface="Iskoola Pota" panose="020B0502040204020203" pitchFamily="34" charset="0"/>
              </a:rPr>
              <a:t>Video provides a powerful way to help you prove your point. When you click Online Video, you can paste in the embed code for the video you want to add. You can also type a keyword to search online for the video that best fits your document. To make your</a:t>
            </a:r>
          </a:p>
        </p:txBody>
      </p:sp>
      <p:sp>
        <p:nvSpPr>
          <p:cNvPr id="14" name="Footer Placeholder 13">
            <a:extLst>
              <a:ext uri="{FF2B5EF4-FFF2-40B4-BE49-F238E27FC236}">
                <a16:creationId xmlns:a16="http://schemas.microsoft.com/office/drawing/2014/main" id="{EBF337B5-9C2F-1DBC-B5AF-3C6967019AC0}"/>
              </a:ext>
            </a:extLst>
          </p:cNvPr>
          <p:cNvSpPr>
            <a:spLocks noGrp="1"/>
          </p:cNvSpPr>
          <p:nvPr>
            <p:ph type="ftr" sz="quarter" idx="11"/>
          </p:nvPr>
        </p:nvSpPr>
        <p:spPr/>
        <p:txBody>
          <a:bodyPr/>
          <a:lstStyle/>
          <a:p>
            <a:r>
              <a:rPr lang="en-GB"/>
              <a:t>Project</a:t>
            </a:r>
            <a:endParaRPr lang="en-GB" dirty="0"/>
          </a:p>
        </p:txBody>
      </p:sp>
      <p:sp>
        <p:nvSpPr>
          <p:cNvPr id="15" name="Slide Number Placeholder 14">
            <a:extLst>
              <a:ext uri="{FF2B5EF4-FFF2-40B4-BE49-F238E27FC236}">
                <a16:creationId xmlns:a16="http://schemas.microsoft.com/office/drawing/2014/main" id="{0348F78F-50B2-A9F4-28D4-E0945BC416A6}"/>
              </a:ext>
            </a:extLst>
          </p:cNvPr>
          <p:cNvSpPr>
            <a:spLocks noGrp="1"/>
          </p:cNvSpPr>
          <p:nvPr>
            <p:ph type="sldNum" sz="quarter" idx="12"/>
          </p:nvPr>
        </p:nvSpPr>
        <p:spPr/>
        <p:txBody>
          <a:bodyPr/>
          <a:lstStyle/>
          <a:p>
            <a:fld id="{A50A5AA7-2A79-44FA-9B95-83E5EFBB2F73}" type="slidenum">
              <a:rPr lang="en-GB" smtClean="0"/>
              <a:pPr/>
              <a:t>11</a:t>
            </a:fld>
            <a:endParaRPr lang="en-GB" dirty="0"/>
          </a:p>
        </p:txBody>
      </p:sp>
      <p:sp>
        <p:nvSpPr>
          <p:cNvPr id="16" name="Rectangle: Rounded Corners 15">
            <a:extLst>
              <a:ext uri="{FF2B5EF4-FFF2-40B4-BE49-F238E27FC236}">
                <a16:creationId xmlns:a16="http://schemas.microsoft.com/office/drawing/2014/main" id="{E3E6FFAE-F60C-8B4C-0BDC-511288A473BF}"/>
              </a:ext>
            </a:extLst>
          </p:cNvPr>
          <p:cNvSpPr/>
          <p:nvPr/>
        </p:nvSpPr>
        <p:spPr>
          <a:xfrm>
            <a:off x="329337" y="325090"/>
            <a:ext cx="2017255" cy="313889"/>
          </a:xfrm>
          <a:prstGeom prst="roundRect">
            <a:avLst>
              <a:gd name="adj" fmla="val 23182"/>
            </a:avLst>
          </a:prstGeom>
          <a:solidFill>
            <a:srgbClr val="66CB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latin typeface="Switzer" pitchFamily="50" charset="0"/>
              </a:rPr>
              <a:t>Topic/Sub Topic</a:t>
            </a:r>
          </a:p>
        </p:txBody>
      </p:sp>
      <p:pic>
        <p:nvPicPr>
          <p:cNvPr id="17" name="Picture 16">
            <a:extLst>
              <a:ext uri="{FF2B5EF4-FFF2-40B4-BE49-F238E27FC236}">
                <a16:creationId xmlns:a16="http://schemas.microsoft.com/office/drawing/2014/main" id="{8249304A-AA1C-A462-B053-92A2047B9B29}"/>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1341312" y="314509"/>
            <a:ext cx="538019" cy="486051"/>
          </a:xfrm>
          <a:prstGeom prst="rect">
            <a:avLst/>
          </a:prstGeom>
        </p:spPr>
      </p:pic>
    </p:spTree>
    <p:extLst>
      <p:ext uri="{BB962C8B-B14F-4D97-AF65-F5344CB8AC3E}">
        <p14:creationId xmlns:p14="http://schemas.microsoft.com/office/powerpoint/2010/main" val="14965171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234</TotalTime>
  <Words>2438</Words>
  <Application>Microsoft Office PowerPoint</Application>
  <PresentationFormat>Widescreen</PresentationFormat>
  <Paragraphs>91</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Calibri Light</vt:lpstr>
      <vt:lpstr>Libre Baskerville</vt:lpstr>
      <vt:lpstr>Switzer</vt:lpstr>
      <vt:lpstr>Switzer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Hashitha Randev</dc:creator>
  <cp:lastModifiedBy>Hashitha Randev</cp:lastModifiedBy>
  <cp:revision>14</cp:revision>
  <dcterms:created xsi:type="dcterms:W3CDTF">2023-05-29T04:46:16Z</dcterms:created>
  <dcterms:modified xsi:type="dcterms:W3CDTF">2023-05-31T17:03:41Z</dcterms:modified>
</cp:coreProperties>
</file>