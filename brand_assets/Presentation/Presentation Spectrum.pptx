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56" r:id="rId2"/>
    <p:sldId id="257" r:id="rId3"/>
    <p:sldId id="258" r:id="rId4"/>
    <p:sldId id="267" r:id="rId5"/>
    <p:sldId id="268" r:id="rId6"/>
    <p:sldId id="260" r:id="rId7"/>
    <p:sldId id="261" r:id="rId8"/>
    <p:sldId id="262" r:id="rId9"/>
    <p:sldId id="266" r:id="rId10"/>
    <p:sldId id="263"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E768A"/>
    <a:srgbClr val="38A69E"/>
    <a:srgbClr val="2D2D2D"/>
    <a:srgbClr val="FFC26C"/>
    <a:srgbClr val="66CBC4"/>
    <a:srgbClr val="FDB24D"/>
    <a:srgbClr val="ABE3DF"/>
    <a:srgbClr val="8FD9D4"/>
    <a:srgbClr val="95DBD6"/>
    <a:srgbClr val="C0CB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99" autoAdjust="0"/>
    <p:restoredTop sz="94660"/>
  </p:normalViewPr>
  <p:slideViewPr>
    <p:cSldViewPr snapToGrid="0">
      <p:cViewPr varScale="1">
        <p:scale>
          <a:sx n="67" d="100"/>
          <a:sy n="67" d="100"/>
        </p:scale>
        <p:origin x="90" y="7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6849021966790533"/>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Age</c:v>
                </c:pt>
              </c:strCache>
            </c:strRef>
          </c:tx>
          <c:spPr>
            <a:gradFill>
              <a:gsLst>
                <a:gs pos="100000">
                  <a:srgbClr val="66CBC4">
                    <a:alpha val="99000"/>
                  </a:srgbClr>
                </a:gs>
                <a:gs pos="0">
                  <a:srgbClr val="3E768A"/>
                </a:gs>
              </a:gsLst>
              <a:lin ang="5400000" scaled="0"/>
            </a:gradFill>
            <a:ln>
              <a:noFill/>
            </a:ln>
            <a:effectLst/>
          </c:spPr>
          <c:invertIfNegative val="0"/>
          <c:cat>
            <c:strRef>
              <c:f>Sheet1!$A$2:$A$7</c:f>
              <c:strCache>
                <c:ptCount val="6"/>
                <c:pt idx="0">
                  <c:v>10 - 20</c:v>
                </c:pt>
                <c:pt idx="1">
                  <c:v>20 - 30</c:v>
                </c:pt>
                <c:pt idx="2">
                  <c:v>30 - 40</c:v>
                </c:pt>
                <c:pt idx="3">
                  <c:v>40 - 50</c:v>
                </c:pt>
                <c:pt idx="4">
                  <c:v>50 - 60</c:v>
                </c:pt>
                <c:pt idx="5">
                  <c:v>60 - 70</c:v>
                </c:pt>
              </c:strCache>
            </c:strRef>
          </c:cat>
          <c:val>
            <c:numRef>
              <c:f>Sheet1!$B$2:$B$7</c:f>
              <c:numCache>
                <c:formatCode>0%</c:formatCode>
                <c:ptCount val="6"/>
                <c:pt idx="0">
                  <c:v>0.05</c:v>
                </c:pt>
                <c:pt idx="1">
                  <c:v>0.25</c:v>
                </c:pt>
                <c:pt idx="2">
                  <c:v>0.39</c:v>
                </c:pt>
                <c:pt idx="3">
                  <c:v>0.18</c:v>
                </c:pt>
                <c:pt idx="4">
                  <c:v>0.12</c:v>
                </c:pt>
                <c:pt idx="5">
                  <c:v>0.08</c:v>
                </c:pt>
              </c:numCache>
            </c:numRef>
          </c:val>
          <c:extLst>
            <c:ext xmlns:c16="http://schemas.microsoft.com/office/drawing/2014/chart" uri="{C3380CC4-5D6E-409C-BE32-E72D297353CC}">
              <c16:uniqueId val="{00000000-B94C-4DAC-B35A-402C1C19C0D9}"/>
            </c:ext>
          </c:extLst>
        </c:ser>
        <c:dLbls>
          <c:showLegendKey val="0"/>
          <c:showVal val="0"/>
          <c:showCatName val="0"/>
          <c:showSerName val="0"/>
          <c:showPercent val="0"/>
          <c:showBubbleSize val="0"/>
        </c:dLbls>
        <c:gapWidth val="13"/>
        <c:overlap val="-27"/>
        <c:axId val="1538923183"/>
        <c:axId val="1538923663"/>
      </c:barChart>
      <c:catAx>
        <c:axId val="15389231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8923663"/>
        <c:crosses val="autoZero"/>
        <c:auto val="1"/>
        <c:lblAlgn val="ctr"/>
        <c:lblOffset val="100"/>
        <c:noMultiLvlLbl val="0"/>
      </c:catAx>
      <c:valAx>
        <c:axId val="153892366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89231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97BCE9C-4D63-9B4A-578D-42FEE05C17D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21F1C0FE-9C4D-303F-3AE4-F54EFE8A989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799559-7945-4B37-8E8C-AF2B3502A241}" type="datetimeFigureOut">
              <a:rPr lang="en-GB" smtClean="0"/>
              <a:t>31/05/2023</a:t>
            </a:fld>
            <a:endParaRPr lang="en-GB"/>
          </a:p>
        </p:txBody>
      </p:sp>
      <p:sp>
        <p:nvSpPr>
          <p:cNvPr id="4" name="Footer Placeholder 3">
            <a:extLst>
              <a:ext uri="{FF2B5EF4-FFF2-40B4-BE49-F238E27FC236}">
                <a16:creationId xmlns:a16="http://schemas.microsoft.com/office/drawing/2014/main" id="{44EB2A49-8B27-747B-2082-A951F3CAFFD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A1D42FE-458C-039D-2817-B5CB263AD7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A507E5-D7BB-41CE-8FBC-1EB008E06AE6}" type="slidenum">
              <a:rPr lang="en-GB" smtClean="0"/>
              <a:t>‹#›</a:t>
            </a:fld>
            <a:endParaRPr lang="en-GB"/>
          </a:p>
        </p:txBody>
      </p:sp>
    </p:spTree>
    <p:extLst>
      <p:ext uri="{BB962C8B-B14F-4D97-AF65-F5344CB8AC3E}">
        <p14:creationId xmlns:p14="http://schemas.microsoft.com/office/powerpoint/2010/main" val="928821270"/>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A29C08-1F95-44AE-AB75-76D28974DEDF}" type="datetimeFigureOut">
              <a:rPr lang="en-GB" smtClean="0"/>
              <a:t>31/05/2023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B8717B-9ED5-4346-B1E5-9C7A9AF0BEF4}" type="slidenum">
              <a:rPr lang="en-GB" smtClean="0"/>
              <a:t>‹#›</a:t>
            </a:fld>
            <a:endParaRPr lang="en-GB"/>
          </a:p>
        </p:txBody>
      </p:sp>
    </p:spTree>
    <p:extLst>
      <p:ext uri="{BB962C8B-B14F-4D97-AF65-F5344CB8AC3E}">
        <p14:creationId xmlns:p14="http://schemas.microsoft.com/office/powerpoint/2010/main" val="2792445719"/>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4F906-8D53-7552-C878-71EFA4C634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DD4F6C6-C035-4A68-6980-C83640F7F0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E81727C5-6DB4-600D-ED0F-C0DE31C66DE7}"/>
              </a:ext>
            </a:extLst>
          </p:cNvPr>
          <p:cNvSpPr>
            <a:spLocks noGrp="1"/>
          </p:cNvSpPr>
          <p:nvPr>
            <p:ph type="ftr" sz="quarter" idx="11"/>
          </p:nvPr>
        </p:nvSpPr>
        <p:spPr>
          <a:xfrm>
            <a:off x="266700" y="6356349"/>
            <a:ext cx="4114800" cy="365125"/>
          </a:xfrm>
        </p:spPr>
        <p:txBody>
          <a:bodyPr anchor="b"/>
          <a:lstStyle>
            <a:lvl1pPr algn="l">
              <a:defRPr sz="1400">
                <a:solidFill>
                  <a:srgbClr val="2D2D2D"/>
                </a:solidFill>
                <a:latin typeface="Switzer" pitchFamily="50" charset="0"/>
              </a:defRPr>
            </a:lvl1pPr>
          </a:lstStyle>
          <a:p>
            <a:r>
              <a:rPr lang="en-GB" dirty="0"/>
              <a:t>Project</a:t>
            </a:r>
          </a:p>
        </p:txBody>
      </p:sp>
      <p:sp>
        <p:nvSpPr>
          <p:cNvPr id="6" name="Slide Number Placeholder 5">
            <a:extLst>
              <a:ext uri="{FF2B5EF4-FFF2-40B4-BE49-F238E27FC236}">
                <a16:creationId xmlns:a16="http://schemas.microsoft.com/office/drawing/2014/main" id="{8F3B7848-FA10-3159-9B7F-82B9EB9D2976}"/>
              </a:ext>
            </a:extLst>
          </p:cNvPr>
          <p:cNvSpPr>
            <a:spLocks noGrp="1"/>
          </p:cNvSpPr>
          <p:nvPr>
            <p:ph type="sldNum" sz="quarter" idx="12"/>
          </p:nvPr>
        </p:nvSpPr>
        <p:spPr>
          <a:xfrm>
            <a:off x="9182100" y="6356349"/>
            <a:ext cx="2743200" cy="365125"/>
          </a:xfrm>
        </p:spPr>
        <p:txBody>
          <a:bodyPr anchor="b"/>
          <a:lstStyle>
            <a:lvl1pPr>
              <a:defRPr sz="1400">
                <a:solidFill>
                  <a:srgbClr val="2D2D2D"/>
                </a:solidFill>
                <a:latin typeface="Switzer" pitchFamily="50" charset="0"/>
              </a:defRPr>
            </a:lvl1pPr>
          </a:lstStyle>
          <a:p>
            <a:fld id="{A50A5AA7-2A79-44FA-9B95-83E5EFBB2F73}" type="slidenum">
              <a:rPr lang="en-GB" smtClean="0"/>
              <a:pPr/>
              <a:t>‹#›</a:t>
            </a:fld>
            <a:endParaRPr lang="en-GB" dirty="0"/>
          </a:p>
        </p:txBody>
      </p:sp>
    </p:spTree>
    <p:extLst>
      <p:ext uri="{BB962C8B-B14F-4D97-AF65-F5344CB8AC3E}">
        <p14:creationId xmlns:p14="http://schemas.microsoft.com/office/powerpoint/2010/main" val="3084287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77224-E3E6-B1DA-E738-F7284E8AE2C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606689B-EEBE-ABE9-FD22-A39F228866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ED29BBC-6D5E-27A4-CFCA-447E90AD71B5}"/>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E09160C0-561D-E1BF-738A-8878BAB12CE6}"/>
              </a:ext>
            </a:extLst>
          </p:cNvPr>
          <p:cNvSpPr>
            <a:spLocks noGrp="1"/>
          </p:cNvSpPr>
          <p:nvPr>
            <p:ph type="ftr" sz="quarter" idx="11"/>
          </p:nvPr>
        </p:nvSpPr>
        <p:spPr/>
        <p:txBody>
          <a:bodyPr/>
          <a:lstStyle/>
          <a:p>
            <a:r>
              <a:rPr lang="en-GB"/>
              <a:t>Project</a:t>
            </a:r>
          </a:p>
        </p:txBody>
      </p:sp>
      <p:sp>
        <p:nvSpPr>
          <p:cNvPr id="6" name="Slide Number Placeholder 5">
            <a:extLst>
              <a:ext uri="{FF2B5EF4-FFF2-40B4-BE49-F238E27FC236}">
                <a16:creationId xmlns:a16="http://schemas.microsoft.com/office/drawing/2014/main" id="{DF940240-D392-4718-6992-3B1CC00F1686}"/>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1028126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F6D72-5E6F-A1B5-61B0-F6DC894450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D695F31-B238-5DA1-7796-EB29D644F0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663EA7-C9EA-73E3-AF03-BA8A6BA78F5A}"/>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02C927A3-A106-CEAD-083B-B2CBA18A30E4}"/>
              </a:ext>
            </a:extLst>
          </p:cNvPr>
          <p:cNvSpPr>
            <a:spLocks noGrp="1"/>
          </p:cNvSpPr>
          <p:nvPr>
            <p:ph type="ftr" sz="quarter" idx="11"/>
          </p:nvPr>
        </p:nvSpPr>
        <p:spPr/>
        <p:txBody>
          <a:bodyPr/>
          <a:lstStyle/>
          <a:p>
            <a:r>
              <a:rPr lang="en-GB"/>
              <a:t>Project</a:t>
            </a:r>
          </a:p>
        </p:txBody>
      </p:sp>
      <p:sp>
        <p:nvSpPr>
          <p:cNvPr id="6" name="Slide Number Placeholder 5">
            <a:extLst>
              <a:ext uri="{FF2B5EF4-FFF2-40B4-BE49-F238E27FC236}">
                <a16:creationId xmlns:a16="http://schemas.microsoft.com/office/drawing/2014/main" id="{0A4762BA-F6E6-AF92-3C3C-9B0C537A5EB2}"/>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3055975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8B096-278E-6C42-DA43-A9A8E87536A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7BB23C3-7F33-B332-9CE9-1DADCF33ED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B0D7F75-5B4C-3C7B-0B32-35C99EDD0D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C983021-9B6B-B828-EC8F-374794F3C5C1}"/>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4B3FB97C-32BE-E766-B76C-30ED6C5114ED}"/>
              </a:ext>
            </a:extLst>
          </p:cNvPr>
          <p:cNvSpPr>
            <a:spLocks noGrp="1"/>
          </p:cNvSpPr>
          <p:nvPr>
            <p:ph type="ftr" sz="quarter" idx="11"/>
          </p:nvPr>
        </p:nvSpPr>
        <p:spPr/>
        <p:txBody>
          <a:bodyPr/>
          <a:lstStyle/>
          <a:p>
            <a:r>
              <a:rPr lang="en-GB"/>
              <a:t>Project</a:t>
            </a:r>
          </a:p>
        </p:txBody>
      </p:sp>
      <p:sp>
        <p:nvSpPr>
          <p:cNvPr id="7" name="Slide Number Placeholder 6">
            <a:extLst>
              <a:ext uri="{FF2B5EF4-FFF2-40B4-BE49-F238E27FC236}">
                <a16:creationId xmlns:a16="http://schemas.microsoft.com/office/drawing/2014/main" id="{B13EDA58-2B78-088C-EDD0-A0D5DB961D63}"/>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217500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3BA4F-3E64-2578-0B0B-9F341A4F2BC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145BD29-D2A5-72EA-D755-D736CA32AF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631BA4-2C06-5886-3283-74F828B6FB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662916E-E488-EF28-E870-647718443F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834B8C-23E4-975E-F740-BB59A34296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C5156CE-C43F-5E3F-57A6-48FC4493CC78}"/>
              </a:ext>
            </a:extLst>
          </p:cNvPr>
          <p:cNvSpPr>
            <a:spLocks noGrp="1"/>
          </p:cNvSpPr>
          <p:nvPr>
            <p:ph type="dt" sz="half" idx="10"/>
          </p:nvPr>
        </p:nvSpPr>
        <p:spPr/>
        <p:txBody>
          <a:bodyPr/>
          <a:lstStyle/>
          <a:p>
            <a:endParaRPr lang="en-GB"/>
          </a:p>
        </p:txBody>
      </p:sp>
      <p:sp>
        <p:nvSpPr>
          <p:cNvPr id="8" name="Footer Placeholder 7">
            <a:extLst>
              <a:ext uri="{FF2B5EF4-FFF2-40B4-BE49-F238E27FC236}">
                <a16:creationId xmlns:a16="http://schemas.microsoft.com/office/drawing/2014/main" id="{662014E7-841E-C1B6-1360-9E45D14629ED}"/>
              </a:ext>
            </a:extLst>
          </p:cNvPr>
          <p:cNvSpPr>
            <a:spLocks noGrp="1"/>
          </p:cNvSpPr>
          <p:nvPr>
            <p:ph type="ftr" sz="quarter" idx="11"/>
          </p:nvPr>
        </p:nvSpPr>
        <p:spPr/>
        <p:txBody>
          <a:bodyPr/>
          <a:lstStyle/>
          <a:p>
            <a:r>
              <a:rPr lang="en-GB"/>
              <a:t>Project</a:t>
            </a:r>
          </a:p>
        </p:txBody>
      </p:sp>
      <p:sp>
        <p:nvSpPr>
          <p:cNvPr id="9" name="Slide Number Placeholder 8">
            <a:extLst>
              <a:ext uri="{FF2B5EF4-FFF2-40B4-BE49-F238E27FC236}">
                <a16:creationId xmlns:a16="http://schemas.microsoft.com/office/drawing/2014/main" id="{150998D6-F632-916B-735B-85851D367E94}"/>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919873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1CEFD-EAD7-66D0-8299-47D2C45569D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882BFF9-C4D5-015A-A2BE-82EFFE15807F}"/>
              </a:ext>
            </a:extLst>
          </p:cNvPr>
          <p:cNvSpPr>
            <a:spLocks noGrp="1"/>
          </p:cNvSpPr>
          <p:nvPr>
            <p:ph type="dt" sz="half" idx="10"/>
          </p:nvPr>
        </p:nvSpPr>
        <p:spPr/>
        <p:txBody>
          <a:bodyPr/>
          <a:lstStyle/>
          <a:p>
            <a:endParaRPr lang="en-GB"/>
          </a:p>
        </p:txBody>
      </p:sp>
      <p:sp>
        <p:nvSpPr>
          <p:cNvPr id="4" name="Footer Placeholder 3">
            <a:extLst>
              <a:ext uri="{FF2B5EF4-FFF2-40B4-BE49-F238E27FC236}">
                <a16:creationId xmlns:a16="http://schemas.microsoft.com/office/drawing/2014/main" id="{DF25CBBE-1C21-E33C-61A0-9D6AC3214CF7}"/>
              </a:ext>
            </a:extLst>
          </p:cNvPr>
          <p:cNvSpPr>
            <a:spLocks noGrp="1"/>
          </p:cNvSpPr>
          <p:nvPr>
            <p:ph type="ftr" sz="quarter" idx="11"/>
          </p:nvPr>
        </p:nvSpPr>
        <p:spPr/>
        <p:txBody>
          <a:bodyPr/>
          <a:lstStyle/>
          <a:p>
            <a:r>
              <a:rPr lang="en-GB"/>
              <a:t>Project</a:t>
            </a:r>
          </a:p>
        </p:txBody>
      </p:sp>
      <p:sp>
        <p:nvSpPr>
          <p:cNvPr id="5" name="Slide Number Placeholder 4">
            <a:extLst>
              <a:ext uri="{FF2B5EF4-FFF2-40B4-BE49-F238E27FC236}">
                <a16:creationId xmlns:a16="http://schemas.microsoft.com/office/drawing/2014/main" id="{37A66E7F-2633-8067-6175-6A4DC1CC181F}"/>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373336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9B8CFA-1760-370E-ACD9-294E24231D17}"/>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05223B6A-ADF9-B751-818E-A7D79DDFD0B2}"/>
              </a:ext>
            </a:extLst>
          </p:cNvPr>
          <p:cNvSpPr>
            <a:spLocks noGrp="1"/>
          </p:cNvSpPr>
          <p:nvPr>
            <p:ph type="ftr" sz="quarter" idx="11"/>
          </p:nvPr>
        </p:nvSpPr>
        <p:spPr/>
        <p:txBody>
          <a:bodyPr/>
          <a:lstStyle/>
          <a:p>
            <a:r>
              <a:rPr lang="en-GB"/>
              <a:t>Project</a:t>
            </a:r>
          </a:p>
        </p:txBody>
      </p:sp>
      <p:sp>
        <p:nvSpPr>
          <p:cNvPr id="4" name="Slide Number Placeholder 3">
            <a:extLst>
              <a:ext uri="{FF2B5EF4-FFF2-40B4-BE49-F238E27FC236}">
                <a16:creationId xmlns:a16="http://schemas.microsoft.com/office/drawing/2014/main" id="{D10372DB-9EE8-FAD3-BA9A-A80D3D3F8D6C}"/>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1999872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27A7C-509B-047C-18D3-C42A3B9821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FA0B8CC-642F-A2F1-33B8-A703F2856E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EB9995B-4B06-D1C9-CF90-6981FDDEE7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64DB94-0DDE-240F-062D-D8C48503B1A4}"/>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4FF80760-41E1-D166-162A-92D34B7115A9}"/>
              </a:ext>
            </a:extLst>
          </p:cNvPr>
          <p:cNvSpPr>
            <a:spLocks noGrp="1"/>
          </p:cNvSpPr>
          <p:nvPr>
            <p:ph type="ftr" sz="quarter" idx="11"/>
          </p:nvPr>
        </p:nvSpPr>
        <p:spPr/>
        <p:txBody>
          <a:bodyPr/>
          <a:lstStyle/>
          <a:p>
            <a:r>
              <a:rPr lang="en-GB"/>
              <a:t>Project</a:t>
            </a:r>
          </a:p>
        </p:txBody>
      </p:sp>
      <p:sp>
        <p:nvSpPr>
          <p:cNvPr id="7" name="Slide Number Placeholder 6">
            <a:extLst>
              <a:ext uri="{FF2B5EF4-FFF2-40B4-BE49-F238E27FC236}">
                <a16:creationId xmlns:a16="http://schemas.microsoft.com/office/drawing/2014/main" id="{D5F15682-459E-B512-18D2-87C61C76455F}"/>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3473308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E79CB-AD1F-3BD7-4913-EBEAA70364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B2DCBBD-98E6-C50E-AC3B-6ECC928B84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0FD8F5C-CC90-B628-88D5-A9563EFDB0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E84F59-A985-F27C-FDA9-21CC09CE10CF}"/>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8673A5DF-1A26-05DD-59A5-A37A70856366}"/>
              </a:ext>
            </a:extLst>
          </p:cNvPr>
          <p:cNvSpPr>
            <a:spLocks noGrp="1"/>
          </p:cNvSpPr>
          <p:nvPr>
            <p:ph type="ftr" sz="quarter" idx="11"/>
          </p:nvPr>
        </p:nvSpPr>
        <p:spPr/>
        <p:txBody>
          <a:bodyPr/>
          <a:lstStyle/>
          <a:p>
            <a:r>
              <a:rPr lang="en-GB"/>
              <a:t>Project</a:t>
            </a:r>
          </a:p>
        </p:txBody>
      </p:sp>
      <p:sp>
        <p:nvSpPr>
          <p:cNvPr id="7" name="Slide Number Placeholder 6">
            <a:extLst>
              <a:ext uri="{FF2B5EF4-FFF2-40B4-BE49-F238E27FC236}">
                <a16:creationId xmlns:a16="http://schemas.microsoft.com/office/drawing/2014/main" id="{AF7E896C-345B-A910-A0CA-E66654257B14}"/>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114477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9335F-D6A1-6AD2-8281-D3B75B6D6F0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D3C4D9D-2FDE-E921-2935-DD79C808F1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D1FACB-D30A-1475-FED9-114B4721001B}"/>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9B2C9DF-D6B3-A50D-CBBC-543249DE60F9}"/>
              </a:ext>
            </a:extLst>
          </p:cNvPr>
          <p:cNvSpPr>
            <a:spLocks noGrp="1"/>
          </p:cNvSpPr>
          <p:nvPr>
            <p:ph type="ftr" sz="quarter" idx="11"/>
          </p:nvPr>
        </p:nvSpPr>
        <p:spPr/>
        <p:txBody>
          <a:bodyPr/>
          <a:lstStyle/>
          <a:p>
            <a:r>
              <a:rPr lang="en-GB"/>
              <a:t>Project</a:t>
            </a:r>
          </a:p>
        </p:txBody>
      </p:sp>
      <p:sp>
        <p:nvSpPr>
          <p:cNvPr id="6" name="Slide Number Placeholder 5">
            <a:extLst>
              <a:ext uri="{FF2B5EF4-FFF2-40B4-BE49-F238E27FC236}">
                <a16:creationId xmlns:a16="http://schemas.microsoft.com/office/drawing/2014/main" id="{E0FA42C4-63FD-EAB4-CE36-6616B908D7AC}"/>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2620272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FD7404-A8C9-51AA-9EE8-EBFFC78408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E128E64-BFD9-EC29-4686-4288AEB3AB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E79F7CD-7837-E18F-077C-A5503F998BA5}"/>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DD1380C3-CB8A-D0EF-6D30-14A95A9A62BA}"/>
              </a:ext>
            </a:extLst>
          </p:cNvPr>
          <p:cNvSpPr>
            <a:spLocks noGrp="1"/>
          </p:cNvSpPr>
          <p:nvPr>
            <p:ph type="ftr" sz="quarter" idx="11"/>
          </p:nvPr>
        </p:nvSpPr>
        <p:spPr/>
        <p:txBody>
          <a:bodyPr/>
          <a:lstStyle/>
          <a:p>
            <a:r>
              <a:rPr lang="en-GB"/>
              <a:t>Project</a:t>
            </a:r>
          </a:p>
        </p:txBody>
      </p:sp>
      <p:sp>
        <p:nvSpPr>
          <p:cNvPr id="6" name="Slide Number Placeholder 5">
            <a:extLst>
              <a:ext uri="{FF2B5EF4-FFF2-40B4-BE49-F238E27FC236}">
                <a16:creationId xmlns:a16="http://schemas.microsoft.com/office/drawing/2014/main" id="{575F1431-35E5-D33D-CCC8-87F31B96800F}"/>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2346265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DF6AF3-DE5C-B6B5-B281-C1C94DAA2F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26C207-8BD7-1786-EFE0-7386221639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DD94321-1AC6-7BD5-2A9A-4BE01A0D15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a:p>
        </p:txBody>
      </p:sp>
      <p:sp>
        <p:nvSpPr>
          <p:cNvPr id="5" name="Footer Placeholder 4">
            <a:extLst>
              <a:ext uri="{FF2B5EF4-FFF2-40B4-BE49-F238E27FC236}">
                <a16:creationId xmlns:a16="http://schemas.microsoft.com/office/drawing/2014/main" id="{1771D8A3-6CA8-C7C1-876F-0CC0F08C71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Project</a:t>
            </a:r>
          </a:p>
        </p:txBody>
      </p:sp>
      <p:sp>
        <p:nvSpPr>
          <p:cNvPr id="6" name="Slide Number Placeholder 5">
            <a:extLst>
              <a:ext uri="{FF2B5EF4-FFF2-40B4-BE49-F238E27FC236}">
                <a16:creationId xmlns:a16="http://schemas.microsoft.com/office/drawing/2014/main" id="{FF2150F9-076E-D76A-5924-E022BC502B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0A5AA7-2A79-44FA-9B95-83E5EFBB2F73}" type="slidenum">
              <a:rPr lang="en-GB" smtClean="0"/>
              <a:t>‹#›</a:t>
            </a:fld>
            <a:endParaRPr lang="en-GB"/>
          </a:p>
        </p:txBody>
      </p:sp>
    </p:spTree>
    <p:extLst>
      <p:ext uri="{BB962C8B-B14F-4D97-AF65-F5344CB8AC3E}">
        <p14:creationId xmlns:p14="http://schemas.microsoft.com/office/powerpoint/2010/main" val="3207626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0"/>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A4CB7C-D1D0-EDDE-8DF4-71F4D9437EA4}"/>
              </a:ext>
            </a:extLst>
          </p:cNvPr>
          <p:cNvSpPr txBox="1"/>
          <p:nvPr/>
        </p:nvSpPr>
        <p:spPr>
          <a:xfrm>
            <a:off x="622300" y="4447627"/>
            <a:ext cx="9740900" cy="1785104"/>
          </a:xfrm>
          <a:prstGeom prst="rect">
            <a:avLst/>
          </a:prstGeom>
          <a:noFill/>
        </p:spPr>
        <p:txBody>
          <a:bodyPr wrap="square" rtlCol="0">
            <a:spAutoFit/>
          </a:bodyPr>
          <a:lstStyle/>
          <a:p>
            <a:r>
              <a:rPr lang="en-GB" sz="11000" dirty="0">
                <a:solidFill>
                  <a:srgbClr val="2D2D2D"/>
                </a:solidFill>
                <a:latin typeface="Libre Baskerville" panose="02000000000000000000" pitchFamily="2" charset="0"/>
              </a:rPr>
              <a:t>Title</a:t>
            </a:r>
          </a:p>
        </p:txBody>
      </p:sp>
      <p:pic>
        <p:nvPicPr>
          <p:cNvPr id="3" name="Picture 2">
            <a:extLst>
              <a:ext uri="{FF2B5EF4-FFF2-40B4-BE49-F238E27FC236}">
                <a16:creationId xmlns:a16="http://schemas.microsoft.com/office/drawing/2014/main" id="{137F6BC1-84DA-A127-2844-9DD3C90CFA43}"/>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22300" y="584703"/>
            <a:ext cx="2958182" cy="672159"/>
          </a:xfrm>
          <a:prstGeom prst="rect">
            <a:avLst/>
          </a:prstGeom>
        </p:spPr>
      </p:pic>
      <p:sp>
        <p:nvSpPr>
          <p:cNvPr id="10" name="Slide Number Placeholder 9">
            <a:extLst>
              <a:ext uri="{FF2B5EF4-FFF2-40B4-BE49-F238E27FC236}">
                <a16:creationId xmlns:a16="http://schemas.microsoft.com/office/drawing/2014/main" id="{9839C732-F5E3-DDDC-09AD-0AA180D6CD69}"/>
              </a:ext>
            </a:extLst>
          </p:cNvPr>
          <p:cNvSpPr>
            <a:spLocks noGrp="1"/>
          </p:cNvSpPr>
          <p:nvPr>
            <p:ph type="sldNum" sz="quarter" idx="12"/>
          </p:nvPr>
        </p:nvSpPr>
        <p:spPr/>
        <p:txBody>
          <a:bodyPr/>
          <a:lstStyle/>
          <a:p>
            <a:fld id="{A50A5AA7-2A79-44FA-9B95-83E5EFBB2F73}" type="slidenum">
              <a:rPr lang="en-GB" smtClean="0"/>
              <a:pPr/>
              <a:t>1</a:t>
            </a:fld>
            <a:endParaRPr lang="en-GB" dirty="0"/>
          </a:p>
        </p:txBody>
      </p:sp>
    </p:spTree>
    <p:extLst>
      <p:ext uri="{BB962C8B-B14F-4D97-AF65-F5344CB8AC3E}">
        <p14:creationId xmlns:p14="http://schemas.microsoft.com/office/powerpoint/2010/main" val="6892597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0"/>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3187701" y="1656728"/>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654958" y="1331690"/>
            <a:ext cx="5441042" cy="584775"/>
          </a:xfrm>
          <a:prstGeom prst="rect">
            <a:avLst/>
          </a:prstGeom>
          <a:noFill/>
        </p:spPr>
        <p:txBody>
          <a:bodyPr wrap="square" rtlCol="0">
            <a:spAutoFit/>
          </a:bodyPr>
          <a:lstStyle/>
          <a:p>
            <a:r>
              <a:rPr lang="en-GB" sz="3200" b="1" dirty="0">
                <a:solidFill>
                  <a:srgbClr val="2D2D2D"/>
                </a:solidFill>
                <a:latin typeface="Libre Baskerville" panose="02000000000000000000" pitchFamily="2" charset="0"/>
              </a:rPr>
              <a:t>Table of Content</a:t>
            </a:r>
          </a:p>
        </p:txBody>
      </p:sp>
      <p:sp>
        <p:nvSpPr>
          <p:cNvPr id="2" name="TextBox 1">
            <a:extLst>
              <a:ext uri="{FF2B5EF4-FFF2-40B4-BE49-F238E27FC236}">
                <a16:creationId xmlns:a16="http://schemas.microsoft.com/office/drawing/2014/main" id="{2B574BD8-9138-C6EE-55D9-CC56FED13FBD}"/>
              </a:ext>
            </a:extLst>
          </p:cNvPr>
          <p:cNvSpPr txBox="1"/>
          <p:nvPr/>
        </p:nvSpPr>
        <p:spPr>
          <a:xfrm>
            <a:off x="1828800" y="2167562"/>
            <a:ext cx="5441042" cy="3732817"/>
          </a:xfrm>
          <a:prstGeom prst="rect">
            <a:avLst/>
          </a:prstGeom>
          <a:noFill/>
        </p:spPr>
        <p:txBody>
          <a:bodyPr wrap="square" rtlCol="0">
            <a:spAutoFit/>
          </a:bodyPr>
          <a:lstStyle/>
          <a:p>
            <a:pPr marL="342900" indent="-342900">
              <a:lnSpc>
                <a:spcPct val="150000"/>
              </a:lnSpc>
              <a:buFont typeface="+mj-lt"/>
              <a:buAutoNum type="arabicPeriod"/>
            </a:pPr>
            <a:r>
              <a:rPr lang="en-GB" sz="2000" dirty="0">
                <a:solidFill>
                  <a:srgbClr val="2D2D2D"/>
                </a:solidFill>
                <a:latin typeface="Switzer" pitchFamily="50" charset="0"/>
              </a:rPr>
              <a:t>Introduction</a:t>
            </a:r>
          </a:p>
          <a:p>
            <a:pPr marL="342900" indent="-342900">
              <a:lnSpc>
                <a:spcPct val="150000"/>
              </a:lnSpc>
              <a:buFont typeface="+mj-lt"/>
              <a:buAutoNum type="arabicPeriod"/>
            </a:pPr>
            <a:r>
              <a:rPr lang="en-GB" sz="2000" dirty="0">
                <a:solidFill>
                  <a:srgbClr val="2D2D2D"/>
                </a:solidFill>
                <a:latin typeface="Switzer" pitchFamily="50" charset="0"/>
              </a:rPr>
              <a:t>Our Vision</a:t>
            </a:r>
          </a:p>
          <a:p>
            <a:pPr marL="342900" indent="-342900">
              <a:lnSpc>
                <a:spcPct val="150000"/>
              </a:lnSpc>
              <a:buFont typeface="+mj-lt"/>
              <a:buAutoNum type="arabicPeriod"/>
            </a:pPr>
            <a:r>
              <a:rPr lang="en-GB" sz="2000" dirty="0">
                <a:solidFill>
                  <a:srgbClr val="2D2D2D"/>
                </a:solidFill>
                <a:latin typeface="Switzer" pitchFamily="50" charset="0"/>
              </a:rPr>
              <a:t>Our Mission</a:t>
            </a:r>
          </a:p>
          <a:p>
            <a:pPr marL="342900" indent="-342900">
              <a:lnSpc>
                <a:spcPct val="150000"/>
              </a:lnSpc>
              <a:buFont typeface="+mj-lt"/>
              <a:buAutoNum type="arabicPeriod"/>
            </a:pPr>
            <a:r>
              <a:rPr lang="en-GB" sz="2000" dirty="0">
                <a:solidFill>
                  <a:srgbClr val="2D2D2D"/>
                </a:solidFill>
                <a:latin typeface="Switzer" pitchFamily="50" charset="0"/>
              </a:rPr>
              <a:t>Problem and Solution</a:t>
            </a:r>
          </a:p>
          <a:p>
            <a:pPr marL="342900" indent="-342900">
              <a:lnSpc>
                <a:spcPct val="150000"/>
              </a:lnSpc>
              <a:buFont typeface="+mj-lt"/>
              <a:buAutoNum type="arabicPeriod"/>
            </a:pPr>
            <a:r>
              <a:rPr lang="en-GB" sz="2000" dirty="0">
                <a:solidFill>
                  <a:srgbClr val="2D2D2D"/>
                </a:solidFill>
                <a:latin typeface="Switzer" pitchFamily="50" charset="0"/>
              </a:rPr>
              <a:t>Market Opportunity</a:t>
            </a:r>
          </a:p>
          <a:p>
            <a:pPr marL="342900" indent="-342900">
              <a:lnSpc>
                <a:spcPct val="150000"/>
              </a:lnSpc>
              <a:buFont typeface="+mj-lt"/>
              <a:buAutoNum type="arabicPeriod"/>
            </a:pPr>
            <a:r>
              <a:rPr lang="en-GB" sz="2000" dirty="0">
                <a:solidFill>
                  <a:srgbClr val="2D2D2D"/>
                </a:solidFill>
                <a:latin typeface="Switzer" pitchFamily="50" charset="0"/>
              </a:rPr>
              <a:t>Product Demo</a:t>
            </a:r>
          </a:p>
          <a:p>
            <a:pPr marL="342900" indent="-342900">
              <a:lnSpc>
                <a:spcPct val="150000"/>
              </a:lnSpc>
              <a:buFont typeface="+mj-lt"/>
              <a:buAutoNum type="arabicPeriod"/>
            </a:pPr>
            <a:r>
              <a:rPr lang="en-GB" sz="2000" dirty="0">
                <a:solidFill>
                  <a:srgbClr val="2D2D2D"/>
                </a:solidFill>
                <a:latin typeface="Switzer" pitchFamily="50" charset="0"/>
              </a:rPr>
              <a:t>Team and Timeline</a:t>
            </a:r>
          </a:p>
          <a:p>
            <a:pPr marL="342900" indent="-342900">
              <a:lnSpc>
                <a:spcPct val="150000"/>
              </a:lnSpc>
              <a:buFont typeface="+mj-lt"/>
              <a:buAutoNum type="arabicPeriod"/>
            </a:pPr>
            <a:r>
              <a:rPr lang="en-GB" sz="2000" dirty="0">
                <a:solidFill>
                  <a:srgbClr val="2D2D2D"/>
                </a:solidFill>
                <a:latin typeface="Switzer" pitchFamily="50" charset="0"/>
              </a:rPr>
              <a:t>Financial and Metrics</a:t>
            </a:r>
            <a:endParaRPr lang="en-GB" sz="2400" dirty="0">
              <a:solidFill>
                <a:srgbClr val="2D2D2D"/>
              </a:solidFill>
              <a:latin typeface="Switzer" pitchFamily="50" charset="0"/>
            </a:endParaRPr>
          </a:p>
        </p:txBody>
      </p:sp>
      <p:sp>
        <p:nvSpPr>
          <p:cNvPr id="5" name="Footer Placeholder 4">
            <a:extLst>
              <a:ext uri="{FF2B5EF4-FFF2-40B4-BE49-F238E27FC236}">
                <a16:creationId xmlns:a16="http://schemas.microsoft.com/office/drawing/2014/main" id="{3CADC19E-4543-EAA8-CE73-42DD61C30D1A}"/>
              </a:ext>
            </a:extLst>
          </p:cNvPr>
          <p:cNvSpPr>
            <a:spLocks noGrp="1"/>
          </p:cNvSpPr>
          <p:nvPr>
            <p:ph type="ftr" sz="quarter" idx="11"/>
          </p:nvPr>
        </p:nvSpPr>
        <p:spPr/>
        <p:txBody>
          <a:bodyPr/>
          <a:lstStyle/>
          <a:p>
            <a:r>
              <a:rPr lang="en-GB"/>
              <a:t>Project</a:t>
            </a:r>
            <a:endParaRPr lang="en-GB" dirty="0"/>
          </a:p>
        </p:txBody>
      </p:sp>
      <p:sp>
        <p:nvSpPr>
          <p:cNvPr id="7" name="Slide Number Placeholder 6">
            <a:extLst>
              <a:ext uri="{FF2B5EF4-FFF2-40B4-BE49-F238E27FC236}">
                <a16:creationId xmlns:a16="http://schemas.microsoft.com/office/drawing/2014/main" id="{89016B19-2D2D-EF9E-16A2-08F4AAA072A9}"/>
              </a:ext>
            </a:extLst>
          </p:cNvPr>
          <p:cNvSpPr>
            <a:spLocks noGrp="1"/>
          </p:cNvSpPr>
          <p:nvPr>
            <p:ph type="sldNum" sz="quarter" idx="12"/>
          </p:nvPr>
        </p:nvSpPr>
        <p:spPr/>
        <p:txBody>
          <a:bodyPr/>
          <a:lstStyle/>
          <a:p>
            <a:fld id="{A50A5AA7-2A79-44FA-9B95-83E5EFBB2F73}" type="slidenum">
              <a:rPr lang="en-GB" smtClean="0"/>
              <a:pPr/>
              <a:t>2</a:t>
            </a:fld>
            <a:endParaRPr lang="en-GB" dirty="0"/>
          </a:p>
        </p:txBody>
      </p:sp>
      <p:sp>
        <p:nvSpPr>
          <p:cNvPr id="8" name="Rectangle: Rounded Corners 7">
            <a:extLst>
              <a:ext uri="{FF2B5EF4-FFF2-40B4-BE49-F238E27FC236}">
                <a16:creationId xmlns:a16="http://schemas.microsoft.com/office/drawing/2014/main" id="{C28C162F-E62A-8089-6BF4-CF9DE5B6C4AF}"/>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9" name="Picture 8">
            <a:extLst>
              <a:ext uri="{FF2B5EF4-FFF2-40B4-BE49-F238E27FC236}">
                <a16:creationId xmlns:a16="http://schemas.microsoft.com/office/drawing/2014/main" id="{60F474F4-3412-1587-F22A-1C5AF1D89202}"/>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spTree>
    <p:extLst>
      <p:ext uri="{BB962C8B-B14F-4D97-AF65-F5344CB8AC3E}">
        <p14:creationId xmlns:p14="http://schemas.microsoft.com/office/powerpoint/2010/main" val="2869421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0"/>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2595791" y="3477986"/>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912133" y="3136612"/>
            <a:ext cx="3269342" cy="584775"/>
          </a:xfrm>
          <a:prstGeom prst="rect">
            <a:avLst/>
          </a:prstGeom>
          <a:noFill/>
        </p:spPr>
        <p:txBody>
          <a:bodyPr wrap="square" rtlCol="0">
            <a:spAutoFit/>
          </a:bodyPr>
          <a:lstStyle/>
          <a:p>
            <a:r>
              <a:rPr lang="en-GB" sz="3200" b="1" dirty="0">
                <a:solidFill>
                  <a:srgbClr val="2D2D2D"/>
                </a:solidFill>
                <a:latin typeface="Libre Baskerville" panose="02000000000000000000" pitchFamily="2" charset="0"/>
              </a:rPr>
              <a:t>Introduction</a:t>
            </a:r>
          </a:p>
        </p:txBody>
      </p:sp>
      <p:sp>
        <p:nvSpPr>
          <p:cNvPr id="6" name="TextBox 5">
            <a:extLst>
              <a:ext uri="{FF2B5EF4-FFF2-40B4-BE49-F238E27FC236}">
                <a16:creationId xmlns:a16="http://schemas.microsoft.com/office/drawing/2014/main" id="{83E2798F-95BE-28F2-12D2-D9F1FC22E0DB}"/>
              </a:ext>
            </a:extLst>
          </p:cNvPr>
          <p:cNvSpPr txBox="1"/>
          <p:nvPr/>
        </p:nvSpPr>
        <p:spPr>
          <a:xfrm>
            <a:off x="5948253" y="1181942"/>
            <a:ext cx="5758543" cy="5254259"/>
          </a:xfrm>
          <a:prstGeom prst="rect">
            <a:avLst/>
          </a:prstGeom>
          <a:noFill/>
        </p:spPr>
        <p:txBody>
          <a:bodyPr wrap="square" rtlCol="0">
            <a:spAutoFit/>
          </a:bodyPr>
          <a:lstStyle/>
          <a:p>
            <a:pPr marL="0" algn="just" rtl="0" eaLnBrk="1" latinLnBrk="0" hangingPunct="1">
              <a:lnSpc>
                <a:spcPct val="107000"/>
              </a:lnSpc>
              <a:spcBef>
                <a:spcPts val="0"/>
              </a:spcBef>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endParaRPr lang="en-GB" sz="1200" dirty="0">
              <a:solidFill>
                <a:srgbClr val="2D2D2D"/>
              </a:solidFill>
              <a:effectLst/>
              <a:latin typeface="Switzer Light" pitchFamily="50" charset="0"/>
            </a:endParaRPr>
          </a:p>
          <a:p>
            <a:pPr algn="just"/>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p>
          <a:p>
            <a:pPr algn="just"/>
            <a:endParaRPr lang="en-GB" sz="1200" kern="100" dirty="0">
              <a:solidFill>
                <a:srgbClr val="2D2D2D"/>
              </a:solidFill>
              <a:latin typeface="Switzer Light" pitchFamily="50" charset="0"/>
              <a:ea typeface="Calibri" panose="020F0502020204030204" pitchFamily="34" charset="0"/>
              <a:cs typeface="Iskoola Pota" panose="020B0502040204020203" pitchFamily="34" charset="0"/>
            </a:endParaRPr>
          </a:p>
          <a:p>
            <a:pPr marL="0" algn="just" rtl="0" eaLnBrk="1" latinLnBrk="0" hangingPunct="1">
              <a:lnSpc>
                <a:spcPct val="107000"/>
              </a:lnSpc>
              <a:spcBef>
                <a:spcPts val="0"/>
              </a:spcBef>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endParaRPr lang="en-GB" sz="1200" dirty="0">
              <a:solidFill>
                <a:srgbClr val="2D2D2D"/>
              </a:solidFill>
              <a:effectLst/>
              <a:latin typeface="Switzer Light" pitchFamily="50" charset="0"/>
            </a:endParaRPr>
          </a:p>
          <a:p>
            <a:pPr algn="just"/>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p>
        </p:txBody>
      </p:sp>
      <p:sp>
        <p:nvSpPr>
          <p:cNvPr id="7" name="Footer Placeholder 6">
            <a:extLst>
              <a:ext uri="{FF2B5EF4-FFF2-40B4-BE49-F238E27FC236}">
                <a16:creationId xmlns:a16="http://schemas.microsoft.com/office/drawing/2014/main" id="{36642B4F-D6B3-1994-C0CC-085B2EF6FD88}"/>
              </a:ext>
            </a:extLst>
          </p:cNvPr>
          <p:cNvSpPr>
            <a:spLocks noGrp="1"/>
          </p:cNvSpPr>
          <p:nvPr>
            <p:ph type="ftr" sz="quarter" idx="11"/>
          </p:nvPr>
        </p:nvSpPr>
        <p:spPr/>
        <p:txBody>
          <a:bodyPr/>
          <a:lstStyle/>
          <a:p>
            <a:r>
              <a:rPr lang="en-GB"/>
              <a:t>Project</a:t>
            </a:r>
            <a:endParaRPr lang="en-GB" dirty="0"/>
          </a:p>
        </p:txBody>
      </p:sp>
      <p:sp>
        <p:nvSpPr>
          <p:cNvPr id="8" name="Slide Number Placeholder 7">
            <a:extLst>
              <a:ext uri="{FF2B5EF4-FFF2-40B4-BE49-F238E27FC236}">
                <a16:creationId xmlns:a16="http://schemas.microsoft.com/office/drawing/2014/main" id="{D43C8B34-99CD-FFD0-71EC-EC8C7831E855}"/>
              </a:ext>
            </a:extLst>
          </p:cNvPr>
          <p:cNvSpPr>
            <a:spLocks noGrp="1"/>
          </p:cNvSpPr>
          <p:nvPr>
            <p:ph type="sldNum" sz="quarter" idx="12"/>
          </p:nvPr>
        </p:nvSpPr>
        <p:spPr/>
        <p:txBody>
          <a:bodyPr/>
          <a:lstStyle/>
          <a:p>
            <a:fld id="{A50A5AA7-2A79-44FA-9B95-83E5EFBB2F73}" type="slidenum">
              <a:rPr lang="en-GB" smtClean="0"/>
              <a:pPr/>
              <a:t>3</a:t>
            </a:fld>
            <a:endParaRPr lang="en-GB" dirty="0"/>
          </a:p>
        </p:txBody>
      </p:sp>
      <p:sp>
        <p:nvSpPr>
          <p:cNvPr id="9" name="Rectangle: Rounded Corners 8">
            <a:extLst>
              <a:ext uri="{FF2B5EF4-FFF2-40B4-BE49-F238E27FC236}">
                <a16:creationId xmlns:a16="http://schemas.microsoft.com/office/drawing/2014/main" id="{4E20C591-D5B4-4841-0EDA-F695DDA91BA9}"/>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10" name="Picture 9">
            <a:extLst>
              <a:ext uri="{FF2B5EF4-FFF2-40B4-BE49-F238E27FC236}">
                <a16:creationId xmlns:a16="http://schemas.microsoft.com/office/drawing/2014/main" id="{5B51C381-741C-6996-A422-2E117DFD597E}"/>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spTree>
    <p:extLst>
      <p:ext uri="{BB962C8B-B14F-4D97-AF65-F5344CB8AC3E}">
        <p14:creationId xmlns:p14="http://schemas.microsoft.com/office/powerpoint/2010/main" val="37807057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0"/>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10139604" y="3477986"/>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7641771" y="3136612"/>
            <a:ext cx="3739242" cy="584775"/>
          </a:xfrm>
          <a:prstGeom prst="rect">
            <a:avLst/>
          </a:prstGeom>
          <a:noFill/>
        </p:spPr>
        <p:txBody>
          <a:bodyPr wrap="square" rtlCol="0">
            <a:spAutoFit/>
          </a:bodyPr>
          <a:lstStyle/>
          <a:p>
            <a:pPr algn="r"/>
            <a:r>
              <a:rPr lang="en-GB" sz="3200" b="1" dirty="0">
                <a:solidFill>
                  <a:srgbClr val="2D2D2D"/>
                </a:solidFill>
                <a:latin typeface="Libre Baskerville" panose="02000000000000000000" pitchFamily="2" charset="0"/>
              </a:rPr>
              <a:t>Our Vision </a:t>
            </a:r>
          </a:p>
        </p:txBody>
      </p:sp>
      <p:sp>
        <p:nvSpPr>
          <p:cNvPr id="6" name="TextBox 5">
            <a:extLst>
              <a:ext uri="{FF2B5EF4-FFF2-40B4-BE49-F238E27FC236}">
                <a16:creationId xmlns:a16="http://schemas.microsoft.com/office/drawing/2014/main" id="{83E2798F-95BE-28F2-12D2-D9F1FC22E0DB}"/>
              </a:ext>
            </a:extLst>
          </p:cNvPr>
          <p:cNvSpPr txBox="1"/>
          <p:nvPr/>
        </p:nvSpPr>
        <p:spPr>
          <a:xfrm>
            <a:off x="887182" y="1270842"/>
            <a:ext cx="6166761" cy="4735848"/>
          </a:xfrm>
          <a:prstGeom prst="rect">
            <a:avLst/>
          </a:prstGeom>
          <a:noFill/>
        </p:spPr>
        <p:txBody>
          <a:bodyPr wrap="square" rtlCol="0">
            <a:spAutoFit/>
          </a:bodyPr>
          <a:lstStyle/>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p>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r>
              <a:rPr lang="en-GB" sz="1200" kern="100" dirty="0">
                <a:effectLst/>
                <a:latin typeface="Switzer Light" pitchFamily="50" charset="0"/>
                <a:ea typeface="Calibri" panose="020F0502020204030204" pitchFamily="34" charset="0"/>
                <a:cs typeface="Iskoola Pota" panose="020B0502040204020203" pitchFamily="34" charset="0"/>
              </a:rPr>
              <a:t>.</a:t>
            </a:r>
          </a:p>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p>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endParaRPr lang="en-GB" sz="1200" kern="100" dirty="0">
              <a:effectLst/>
              <a:latin typeface="Switzer Light" pitchFamily="50" charset="0"/>
              <a:ea typeface="Calibri" panose="020F0502020204030204" pitchFamily="34" charset="0"/>
              <a:cs typeface="Iskoola Pota" panose="020B0502040204020203" pitchFamily="34" charset="0"/>
            </a:endParaRPr>
          </a:p>
        </p:txBody>
      </p:sp>
      <p:sp>
        <p:nvSpPr>
          <p:cNvPr id="7" name="Footer Placeholder 6">
            <a:extLst>
              <a:ext uri="{FF2B5EF4-FFF2-40B4-BE49-F238E27FC236}">
                <a16:creationId xmlns:a16="http://schemas.microsoft.com/office/drawing/2014/main" id="{D04C836F-6DC8-889C-18D5-7373F936D73D}"/>
              </a:ext>
            </a:extLst>
          </p:cNvPr>
          <p:cNvSpPr>
            <a:spLocks noGrp="1"/>
          </p:cNvSpPr>
          <p:nvPr>
            <p:ph type="ftr" sz="quarter" idx="11"/>
          </p:nvPr>
        </p:nvSpPr>
        <p:spPr/>
        <p:txBody>
          <a:bodyPr/>
          <a:lstStyle/>
          <a:p>
            <a:r>
              <a:rPr lang="en-GB"/>
              <a:t>Project</a:t>
            </a:r>
            <a:endParaRPr lang="en-GB" dirty="0"/>
          </a:p>
        </p:txBody>
      </p:sp>
      <p:sp>
        <p:nvSpPr>
          <p:cNvPr id="8" name="Slide Number Placeholder 7">
            <a:extLst>
              <a:ext uri="{FF2B5EF4-FFF2-40B4-BE49-F238E27FC236}">
                <a16:creationId xmlns:a16="http://schemas.microsoft.com/office/drawing/2014/main" id="{83830936-88C8-34F2-539C-26D3B8CFF650}"/>
              </a:ext>
            </a:extLst>
          </p:cNvPr>
          <p:cNvSpPr>
            <a:spLocks noGrp="1"/>
          </p:cNvSpPr>
          <p:nvPr>
            <p:ph type="sldNum" sz="quarter" idx="12"/>
          </p:nvPr>
        </p:nvSpPr>
        <p:spPr/>
        <p:txBody>
          <a:bodyPr/>
          <a:lstStyle/>
          <a:p>
            <a:fld id="{A50A5AA7-2A79-44FA-9B95-83E5EFBB2F73}" type="slidenum">
              <a:rPr lang="en-GB" smtClean="0"/>
              <a:pPr/>
              <a:t>4</a:t>
            </a:fld>
            <a:endParaRPr lang="en-GB" dirty="0"/>
          </a:p>
        </p:txBody>
      </p:sp>
      <p:sp>
        <p:nvSpPr>
          <p:cNvPr id="9" name="Rectangle: Rounded Corners 8">
            <a:extLst>
              <a:ext uri="{FF2B5EF4-FFF2-40B4-BE49-F238E27FC236}">
                <a16:creationId xmlns:a16="http://schemas.microsoft.com/office/drawing/2014/main" id="{43D03285-8829-A771-95A1-E5F941A6F3C8}"/>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10" name="Picture 9">
            <a:extLst>
              <a:ext uri="{FF2B5EF4-FFF2-40B4-BE49-F238E27FC236}">
                <a16:creationId xmlns:a16="http://schemas.microsoft.com/office/drawing/2014/main" id="{DEEBD6A1-8D6E-A147-AE4C-0B8A7698CCE3}"/>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spTree>
    <p:extLst>
      <p:ext uri="{BB962C8B-B14F-4D97-AF65-F5344CB8AC3E}">
        <p14:creationId xmlns:p14="http://schemas.microsoft.com/office/powerpoint/2010/main" val="5988259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0"/>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6228004" y="2058269"/>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3641276" y="1750067"/>
            <a:ext cx="3761478" cy="584775"/>
          </a:xfrm>
          <a:prstGeom prst="rect">
            <a:avLst/>
          </a:prstGeom>
          <a:noFill/>
        </p:spPr>
        <p:txBody>
          <a:bodyPr wrap="square" rtlCol="0">
            <a:spAutoFit/>
          </a:bodyPr>
          <a:lstStyle/>
          <a:p>
            <a:pPr algn="r"/>
            <a:r>
              <a:rPr lang="en-GB" sz="3200" b="1" dirty="0">
                <a:solidFill>
                  <a:srgbClr val="2D2D2D"/>
                </a:solidFill>
                <a:latin typeface="Libre Baskerville" panose="02000000000000000000" pitchFamily="2" charset="0"/>
              </a:rPr>
              <a:t>Our Mission</a:t>
            </a:r>
          </a:p>
        </p:txBody>
      </p:sp>
      <p:sp>
        <p:nvSpPr>
          <p:cNvPr id="6" name="TextBox 5">
            <a:extLst>
              <a:ext uri="{FF2B5EF4-FFF2-40B4-BE49-F238E27FC236}">
                <a16:creationId xmlns:a16="http://schemas.microsoft.com/office/drawing/2014/main" id="{83E2798F-95BE-28F2-12D2-D9F1FC22E0DB}"/>
              </a:ext>
            </a:extLst>
          </p:cNvPr>
          <p:cNvSpPr txBox="1"/>
          <p:nvPr/>
        </p:nvSpPr>
        <p:spPr>
          <a:xfrm>
            <a:off x="887182" y="2629742"/>
            <a:ext cx="10439872" cy="2357056"/>
          </a:xfrm>
          <a:prstGeom prst="rect">
            <a:avLst/>
          </a:prstGeom>
          <a:noFill/>
        </p:spPr>
        <p:txBody>
          <a:bodyPr wrap="square" rtlCol="0">
            <a:spAutoFit/>
          </a:bodyPr>
          <a:lstStyle/>
          <a:p>
            <a:pPr algn="just">
              <a:lnSpc>
                <a:spcPct val="107000"/>
              </a:lnSpc>
              <a:spcAft>
                <a:spcPts val="800"/>
              </a:spcAft>
            </a:pPr>
            <a:r>
              <a:rPr lang="en-GB" sz="14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p>
          <a:p>
            <a:pPr algn="just">
              <a:lnSpc>
                <a:spcPct val="107000"/>
              </a:lnSpc>
              <a:spcAft>
                <a:spcPts val="800"/>
              </a:spcAft>
            </a:pPr>
            <a:r>
              <a:rPr lang="en-GB" sz="14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p>
          <a:p>
            <a:pPr algn="just"/>
            <a:endParaRPr lang="en-GB" sz="1400" dirty="0">
              <a:latin typeface="Switzer" pitchFamily="50" charset="0"/>
            </a:endParaRPr>
          </a:p>
        </p:txBody>
      </p:sp>
      <p:sp>
        <p:nvSpPr>
          <p:cNvPr id="7" name="Footer Placeholder 6">
            <a:extLst>
              <a:ext uri="{FF2B5EF4-FFF2-40B4-BE49-F238E27FC236}">
                <a16:creationId xmlns:a16="http://schemas.microsoft.com/office/drawing/2014/main" id="{18B35F44-8F24-C850-3E45-A29463E40980}"/>
              </a:ext>
            </a:extLst>
          </p:cNvPr>
          <p:cNvSpPr>
            <a:spLocks noGrp="1"/>
          </p:cNvSpPr>
          <p:nvPr>
            <p:ph type="ftr" sz="quarter" idx="11"/>
          </p:nvPr>
        </p:nvSpPr>
        <p:spPr/>
        <p:txBody>
          <a:bodyPr/>
          <a:lstStyle/>
          <a:p>
            <a:r>
              <a:rPr lang="en-GB"/>
              <a:t>Project</a:t>
            </a:r>
            <a:endParaRPr lang="en-GB" dirty="0"/>
          </a:p>
        </p:txBody>
      </p:sp>
      <p:sp>
        <p:nvSpPr>
          <p:cNvPr id="8" name="Slide Number Placeholder 7">
            <a:extLst>
              <a:ext uri="{FF2B5EF4-FFF2-40B4-BE49-F238E27FC236}">
                <a16:creationId xmlns:a16="http://schemas.microsoft.com/office/drawing/2014/main" id="{6C7395F3-4101-2888-0821-605FC6286E74}"/>
              </a:ext>
            </a:extLst>
          </p:cNvPr>
          <p:cNvSpPr>
            <a:spLocks noGrp="1"/>
          </p:cNvSpPr>
          <p:nvPr>
            <p:ph type="sldNum" sz="quarter" idx="12"/>
          </p:nvPr>
        </p:nvSpPr>
        <p:spPr/>
        <p:txBody>
          <a:bodyPr/>
          <a:lstStyle/>
          <a:p>
            <a:fld id="{A50A5AA7-2A79-44FA-9B95-83E5EFBB2F73}" type="slidenum">
              <a:rPr lang="en-GB" smtClean="0"/>
              <a:pPr/>
              <a:t>5</a:t>
            </a:fld>
            <a:endParaRPr lang="en-GB" dirty="0"/>
          </a:p>
        </p:txBody>
      </p:sp>
      <p:sp>
        <p:nvSpPr>
          <p:cNvPr id="9" name="Rectangle: Rounded Corners 8">
            <a:extLst>
              <a:ext uri="{FF2B5EF4-FFF2-40B4-BE49-F238E27FC236}">
                <a16:creationId xmlns:a16="http://schemas.microsoft.com/office/drawing/2014/main" id="{ECA30ED7-3F87-F956-AEE9-75546BE6C8FD}"/>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10" name="Picture 9">
            <a:extLst>
              <a:ext uri="{FF2B5EF4-FFF2-40B4-BE49-F238E27FC236}">
                <a16:creationId xmlns:a16="http://schemas.microsoft.com/office/drawing/2014/main" id="{B9C7F54E-411E-4819-1384-C623ECE115F3}"/>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spTree>
    <p:extLst>
      <p:ext uri="{BB962C8B-B14F-4D97-AF65-F5344CB8AC3E}">
        <p14:creationId xmlns:p14="http://schemas.microsoft.com/office/powerpoint/2010/main" val="24982317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0"/>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4330697" y="1562135"/>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654958" y="1237097"/>
            <a:ext cx="5092699" cy="584775"/>
          </a:xfrm>
          <a:prstGeom prst="rect">
            <a:avLst/>
          </a:prstGeom>
          <a:noFill/>
        </p:spPr>
        <p:txBody>
          <a:bodyPr wrap="square" rtlCol="0">
            <a:spAutoFit/>
          </a:bodyPr>
          <a:lstStyle/>
          <a:p>
            <a:r>
              <a:rPr lang="en-GB" sz="3200" b="1" dirty="0">
                <a:solidFill>
                  <a:srgbClr val="2D2D2D"/>
                </a:solidFill>
                <a:latin typeface="Libre Baskerville" panose="02000000000000000000" pitchFamily="2" charset="0"/>
              </a:rPr>
              <a:t>Problem and Solution</a:t>
            </a:r>
          </a:p>
        </p:txBody>
      </p:sp>
      <p:sp>
        <p:nvSpPr>
          <p:cNvPr id="7" name="Rectangle: Rounded Corners 6">
            <a:extLst>
              <a:ext uri="{FF2B5EF4-FFF2-40B4-BE49-F238E27FC236}">
                <a16:creationId xmlns:a16="http://schemas.microsoft.com/office/drawing/2014/main" id="{9FFBCF0B-5454-3CD7-C859-B17F483389FA}"/>
              </a:ext>
            </a:extLst>
          </p:cNvPr>
          <p:cNvSpPr/>
          <p:nvPr/>
        </p:nvSpPr>
        <p:spPr>
          <a:xfrm>
            <a:off x="1077682" y="2241503"/>
            <a:ext cx="4887686" cy="3951515"/>
          </a:xfrm>
          <a:prstGeom prst="roundRect">
            <a:avLst>
              <a:gd name="adj" fmla="val 3285"/>
            </a:avLst>
          </a:prstGeom>
          <a:gradFill>
            <a:gsLst>
              <a:gs pos="5000">
                <a:srgbClr val="FFC26C"/>
              </a:gs>
              <a:gs pos="100000">
                <a:srgbClr val="E0C6B2"/>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latin typeface="Libre Baskerville" panose="02000000000000000000" pitchFamily="2" charset="0"/>
            </a:endParaRPr>
          </a:p>
          <a:p>
            <a:endParaRPr lang="en-GB" dirty="0">
              <a:latin typeface="Libre Baskerville" panose="02000000000000000000" pitchFamily="2" charset="0"/>
            </a:endParaRPr>
          </a:p>
          <a:p>
            <a:r>
              <a:rPr lang="en-GB" b="1" dirty="0">
                <a:solidFill>
                  <a:srgbClr val="2D2D2D"/>
                </a:solidFill>
                <a:latin typeface="Libre Baskerville" panose="02000000000000000000" pitchFamily="2" charset="0"/>
              </a:rPr>
              <a:t>Problem</a:t>
            </a:r>
          </a:p>
          <a:p>
            <a:endParaRPr lang="en-GB" dirty="0">
              <a:solidFill>
                <a:srgbClr val="2D2D2D"/>
              </a:solidFill>
              <a:latin typeface="Libre Baskerville" panose="02000000000000000000" pitchFamily="2" charset="0"/>
            </a:endParaRPr>
          </a:p>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p>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p>
          <a:p>
            <a:pPr>
              <a:lnSpc>
                <a:spcPct val="107000"/>
              </a:lnSpc>
              <a:spcAft>
                <a:spcPts val="800"/>
              </a:spcAft>
            </a:pPr>
            <a:r>
              <a:rPr lang="en-GB" sz="1200" kern="100" dirty="0">
                <a:solidFill>
                  <a:srgbClr val="2D2D2D"/>
                </a:solidFill>
                <a:effectLst/>
                <a:latin typeface="Calibri" panose="020F0502020204030204" pitchFamily="34" charset="0"/>
                <a:ea typeface="Calibri" panose="020F0502020204030204" pitchFamily="34" charset="0"/>
                <a:cs typeface="Iskoola Pota" panose="020B0502040204020203" pitchFamily="34" charset="0"/>
              </a:rPr>
              <a:t> </a:t>
            </a:r>
          </a:p>
          <a:p>
            <a:endParaRPr lang="en-GB" dirty="0">
              <a:latin typeface="Libre Baskerville" panose="02000000000000000000" pitchFamily="2" charset="0"/>
            </a:endParaRPr>
          </a:p>
        </p:txBody>
      </p:sp>
      <p:sp>
        <p:nvSpPr>
          <p:cNvPr id="8" name="Rectangle: Rounded Corners 7">
            <a:extLst>
              <a:ext uri="{FF2B5EF4-FFF2-40B4-BE49-F238E27FC236}">
                <a16:creationId xmlns:a16="http://schemas.microsoft.com/office/drawing/2014/main" id="{5F986DDB-A141-58B0-BFA0-AAD1031991AA}"/>
              </a:ext>
            </a:extLst>
          </p:cNvPr>
          <p:cNvSpPr/>
          <p:nvPr/>
        </p:nvSpPr>
        <p:spPr>
          <a:xfrm>
            <a:off x="6226632" y="2241503"/>
            <a:ext cx="4887686" cy="3951515"/>
          </a:xfrm>
          <a:prstGeom prst="roundRect">
            <a:avLst>
              <a:gd name="adj" fmla="val 3563"/>
            </a:avLst>
          </a:prstGeom>
          <a:gradFill>
            <a:gsLst>
              <a:gs pos="5000">
                <a:srgbClr val="ABE3DF"/>
              </a:gs>
              <a:gs pos="100000">
                <a:srgbClr val="66CBC4"/>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2D2D2D"/>
                </a:solidFill>
                <a:latin typeface="Libre Baskerville" panose="02000000000000000000" pitchFamily="2" charset="0"/>
              </a:rPr>
              <a:t>Solution</a:t>
            </a:r>
          </a:p>
          <a:p>
            <a:endParaRPr lang="en-GB" dirty="0">
              <a:solidFill>
                <a:srgbClr val="2D2D2D"/>
              </a:solidFill>
              <a:latin typeface="Libre Baskerville" panose="02000000000000000000" pitchFamily="2" charset="0"/>
            </a:endParaRPr>
          </a:p>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p>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endParaRPr lang="en-GB" sz="1200" dirty="0">
              <a:solidFill>
                <a:srgbClr val="2D2D2D"/>
              </a:solidFill>
              <a:latin typeface="Switzer Light" pitchFamily="50" charset="0"/>
            </a:endParaRPr>
          </a:p>
        </p:txBody>
      </p:sp>
      <p:sp>
        <p:nvSpPr>
          <p:cNvPr id="6" name="Footer Placeholder 5">
            <a:extLst>
              <a:ext uri="{FF2B5EF4-FFF2-40B4-BE49-F238E27FC236}">
                <a16:creationId xmlns:a16="http://schemas.microsoft.com/office/drawing/2014/main" id="{12EE7A47-671B-96D1-2CAD-C0ADCEB19386}"/>
              </a:ext>
            </a:extLst>
          </p:cNvPr>
          <p:cNvSpPr>
            <a:spLocks noGrp="1"/>
          </p:cNvSpPr>
          <p:nvPr>
            <p:ph type="ftr" sz="quarter" idx="11"/>
          </p:nvPr>
        </p:nvSpPr>
        <p:spPr/>
        <p:txBody>
          <a:bodyPr/>
          <a:lstStyle/>
          <a:p>
            <a:r>
              <a:rPr lang="en-GB"/>
              <a:t>Project</a:t>
            </a:r>
            <a:endParaRPr lang="en-GB" dirty="0"/>
          </a:p>
        </p:txBody>
      </p:sp>
      <p:sp>
        <p:nvSpPr>
          <p:cNvPr id="9" name="Slide Number Placeholder 8">
            <a:extLst>
              <a:ext uri="{FF2B5EF4-FFF2-40B4-BE49-F238E27FC236}">
                <a16:creationId xmlns:a16="http://schemas.microsoft.com/office/drawing/2014/main" id="{CCE24548-B0C7-2B2E-6191-D558A343A41D}"/>
              </a:ext>
            </a:extLst>
          </p:cNvPr>
          <p:cNvSpPr>
            <a:spLocks noGrp="1"/>
          </p:cNvSpPr>
          <p:nvPr>
            <p:ph type="sldNum" sz="quarter" idx="12"/>
          </p:nvPr>
        </p:nvSpPr>
        <p:spPr/>
        <p:txBody>
          <a:bodyPr/>
          <a:lstStyle/>
          <a:p>
            <a:fld id="{A50A5AA7-2A79-44FA-9B95-83E5EFBB2F73}" type="slidenum">
              <a:rPr lang="en-GB" smtClean="0"/>
              <a:pPr/>
              <a:t>6</a:t>
            </a:fld>
            <a:endParaRPr lang="en-GB" dirty="0"/>
          </a:p>
        </p:txBody>
      </p:sp>
      <p:sp>
        <p:nvSpPr>
          <p:cNvPr id="10" name="Rectangle: Rounded Corners 9">
            <a:extLst>
              <a:ext uri="{FF2B5EF4-FFF2-40B4-BE49-F238E27FC236}">
                <a16:creationId xmlns:a16="http://schemas.microsoft.com/office/drawing/2014/main" id="{36ACC7B5-EA1B-95FA-A1AF-B2892A538BE7}"/>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11" name="Picture 10">
            <a:extLst>
              <a:ext uri="{FF2B5EF4-FFF2-40B4-BE49-F238E27FC236}">
                <a16:creationId xmlns:a16="http://schemas.microsoft.com/office/drawing/2014/main" id="{A7A47CB8-1787-EB5B-E8FE-663ADB6CCF2A}"/>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spTree>
    <p:extLst>
      <p:ext uri="{BB962C8B-B14F-4D97-AF65-F5344CB8AC3E}">
        <p14:creationId xmlns:p14="http://schemas.microsoft.com/office/powerpoint/2010/main" val="2851429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0"/>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4000503" y="1656728"/>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654958" y="1331690"/>
            <a:ext cx="4744356" cy="584775"/>
          </a:xfrm>
          <a:prstGeom prst="rect">
            <a:avLst/>
          </a:prstGeom>
          <a:noFill/>
        </p:spPr>
        <p:txBody>
          <a:bodyPr wrap="square" rtlCol="0">
            <a:spAutoFit/>
          </a:bodyPr>
          <a:lstStyle/>
          <a:p>
            <a:r>
              <a:rPr lang="en-GB" sz="3200" b="1" dirty="0">
                <a:solidFill>
                  <a:srgbClr val="2D2D2D"/>
                </a:solidFill>
                <a:latin typeface="Libre Baskerville" panose="02000000000000000000" pitchFamily="2" charset="0"/>
              </a:rPr>
              <a:t>Market Opportunity</a:t>
            </a:r>
          </a:p>
        </p:txBody>
      </p:sp>
      <p:sp>
        <p:nvSpPr>
          <p:cNvPr id="2" name="TextBox 1">
            <a:extLst>
              <a:ext uri="{FF2B5EF4-FFF2-40B4-BE49-F238E27FC236}">
                <a16:creationId xmlns:a16="http://schemas.microsoft.com/office/drawing/2014/main" id="{2B574BD8-9138-C6EE-55D9-CC56FED13FBD}"/>
              </a:ext>
            </a:extLst>
          </p:cNvPr>
          <p:cNvSpPr txBox="1"/>
          <p:nvPr/>
        </p:nvSpPr>
        <p:spPr>
          <a:xfrm>
            <a:off x="1727200" y="2241503"/>
            <a:ext cx="8737600" cy="3725122"/>
          </a:xfrm>
          <a:prstGeom prst="rect">
            <a:avLst/>
          </a:prstGeom>
          <a:noFill/>
        </p:spPr>
        <p:txBody>
          <a:bodyPr wrap="square" rtlCol="0">
            <a:spAutoFit/>
          </a:bodyPr>
          <a:lstStyle/>
          <a:p>
            <a:pPr marL="0" algn="just" rtl="0" eaLnBrk="1" latinLnBrk="0" hangingPunct="1">
              <a:lnSpc>
                <a:spcPct val="107000"/>
              </a:lnSpc>
              <a:spcBef>
                <a:spcPts val="0"/>
              </a:spcBef>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endParaRPr lang="en-GB" sz="1200" dirty="0">
              <a:solidFill>
                <a:srgbClr val="2D2D2D"/>
              </a:solidFill>
              <a:effectLst/>
              <a:latin typeface="Switzer Light" pitchFamily="50" charset="0"/>
            </a:endParaRPr>
          </a:p>
          <a:p>
            <a:pPr algn="just"/>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p>
          <a:p>
            <a:pPr algn="just"/>
            <a:endParaRPr lang="en-GB" sz="1200" kern="100" dirty="0">
              <a:solidFill>
                <a:srgbClr val="2D2D2D"/>
              </a:solidFill>
              <a:latin typeface="Switzer Light" pitchFamily="50" charset="0"/>
              <a:ea typeface="Calibri" panose="020F0502020204030204" pitchFamily="34" charset="0"/>
              <a:cs typeface="Iskoola Pota" panose="020B0502040204020203" pitchFamily="34" charset="0"/>
            </a:endParaRPr>
          </a:p>
          <a:p>
            <a:pPr marL="0" algn="just" rtl="0" eaLnBrk="1" latinLnBrk="0" hangingPunct="1">
              <a:lnSpc>
                <a:spcPct val="107000"/>
              </a:lnSpc>
              <a:spcBef>
                <a:spcPts val="0"/>
              </a:spcBef>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endParaRPr lang="en-GB" sz="1200" dirty="0">
              <a:solidFill>
                <a:srgbClr val="2D2D2D"/>
              </a:solidFill>
              <a:effectLst/>
              <a:latin typeface="Switzer Light" pitchFamily="50" charset="0"/>
            </a:endParaRPr>
          </a:p>
          <a:p>
            <a:pPr algn="just"/>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p>
          <a:p>
            <a:pPr algn="just"/>
            <a:endParaRPr lang="en-GB" sz="1200" kern="100" dirty="0">
              <a:solidFill>
                <a:srgbClr val="2D2D2D"/>
              </a:solidFill>
              <a:effectLst/>
              <a:latin typeface="Switzer" pitchFamily="50" charset="0"/>
              <a:ea typeface="Calibri" panose="020F0502020204030204" pitchFamily="34" charset="0"/>
              <a:cs typeface="Iskoola Pota" panose="020B0502040204020203" pitchFamily="34" charset="0"/>
            </a:endParaRPr>
          </a:p>
        </p:txBody>
      </p:sp>
      <p:sp>
        <p:nvSpPr>
          <p:cNvPr id="7" name="Footer Placeholder 6">
            <a:extLst>
              <a:ext uri="{FF2B5EF4-FFF2-40B4-BE49-F238E27FC236}">
                <a16:creationId xmlns:a16="http://schemas.microsoft.com/office/drawing/2014/main" id="{4C093DE7-3444-68E1-75C1-58277FEF8B84}"/>
              </a:ext>
            </a:extLst>
          </p:cNvPr>
          <p:cNvSpPr>
            <a:spLocks noGrp="1"/>
          </p:cNvSpPr>
          <p:nvPr>
            <p:ph type="ftr" sz="quarter" idx="11"/>
          </p:nvPr>
        </p:nvSpPr>
        <p:spPr/>
        <p:txBody>
          <a:bodyPr/>
          <a:lstStyle/>
          <a:p>
            <a:r>
              <a:rPr lang="en-GB"/>
              <a:t>Project</a:t>
            </a:r>
            <a:endParaRPr lang="en-GB" dirty="0"/>
          </a:p>
        </p:txBody>
      </p:sp>
      <p:sp>
        <p:nvSpPr>
          <p:cNvPr id="8" name="Slide Number Placeholder 7">
            <a:extLst>
              <a:ext uri="{FF2B5EF4-FFF2-40B4-BE49-F238E27FC236}">
                <a16:creationId xmlns:a16="http://schemas.microsoft.com/office/drawing/2014/main" id="{110B5A4D-27F1-4611-AB13-08196E56B843}"/>
              </a:ext>
            </a:extLst>
          </p:cNvPr>
          <p:cNvSpPr>
            <a:spLocks noGrp="1"/>
          </p:cNvSpPr>
          <p:nvPr>
            <p:ph type="sldNum" sz="quarter" idx="12"/>
          </p:nvPr>
        </p:nvSpPr>
        <p:spPr/>
        <p:txBody>
          <a:bodyPr/>
          <a:lstStyle/>
          <a:p>
            <a:fld id="{A50A5AA7-2A79-44FA-9B95-83E5EFBB2F73}" type="slidenum">
              <a:rPr lang="en-GB" smtClean="0"/>
              <a:pPr/>
              <a:t>7</a:t>
            </a:fld>
            <a:endParaRPr lang="en-GB" dirty="0"/>
          </a:p>
        </p:txBody>
      </p:sp>
      <p:sp>
        <p:nvSpPr>
          <p:cNvPr id="9" name="Rectangle: Rounded Corners 8">
            <a:extLst>
              <a:ext uri="{FF2B5EF4-FFF2-40B4-BE49-F238E27FC236}">
                <a16:creationId xmlns:a16="http://schemas.microsoft.com/office/drawing/2014/main" id="{0551FEB4-3B26-6654-87DE-8F7FCACDFB80}"/>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10" name="Picture 9">
            <a:extLst>
              <a:ext uri="{FF2B5EF4-FFF2-40B4-BE49-F238E27FC236}">
                <a16:creationId xmlns:a16="http://schemas.microsoft.com/office/drawing/2014/main" id="{B453C637-4160-C6B1-6FB7-3457B60D44D3}"/>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spTree>
    <p:extLst>
      <p:ext uri="{BB962C8B-B14F-4D97-AF65-F5344CB8AC3E}">
        <p14:creationId xmlns:p14="http://schemas.microsoft.com/office/powerpoint/2010/main" val="6403006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0"/>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2795817" y="1656728"/>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654957" y="1331690"/>
            <a:ext cx="3641272" cy="584775"/>
          </a:xfrm>
          <a:prstGeom prst="rect">
            <a:avLst/>
          </a:prstGeom>
          <a:noFill/>
        </p:spPr>
        <p:txBody>
          <a:bodyPr wrap="square" rtlCol="0">
            <a:spAutoFit/>
          </a:bodyPr>
          <a:lstStyle/>
          <a:p>
            <a:r>
              <a:rPr lang="en-GB" sz="3200" b="1" dirty="0">
                <a:solidFill>
                  <a:srgbClr val="2D2D2D"/>
                </a:solidFill>
                <a:latin typeface="Libre Baskerville" panose="02000000000000000000" pitchFamily="2" charset="0"/>
              </a:rPr>
              <a:t>Product Demo</a:t>
            </a:r>
          </a:p>
        </p:txBody>
      </p:sp>
      <p:sp>
        <p:nvSpPr>
          <p:cNvPr id="17" name="TextBox 16">
            <a:extLst>
              <a:ext uri="{FF2B5EF4-FFF2-40B4-BE49-F238E27FC236}">
                <a16:creationId xmlns:a16="http://schemas.microsoft.com/office/drawing/2014/main" id="{6E47956A-6952-0A04-4490-A87E535FBAE5}"/>
              </a:ext>
            </a:extLst>
          </p:cNvPr>
          <p:cNvSpPr txBox="1"/>
          <p:nvPr/>
        </p:nvSpPr>
        <p:spPr>
          <a:xfrm>
            <a:off x="654957" y="2400300"/>
            <a:ext cx="4308929" cy="3150478"/>
          </a:xfrm>
          <a:prstGeom prst="rect">
            <a:avLst/>
          </a:prstGeom>
          <a:noFill/>
        </p:spPr>
        <p:txBody>
          <a:bodyPr wrap="square" rtlCol="0">
            <a:spAutoFit/>
          </a:bodyPr>
          <a:lstStyle/>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p>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p>
        </p:txBody>
      </p:sp>
      <p:sp>
        <p:nvSpPr>
          <p:cNvPr id="6" name="Footer Placeholder 5">
            <a:extLst>
              <a:ext uri="{FF2B5EF4-FFF2-40B4-BE49-F238E27FC236}">
                <a16:creationId xmlns:a16="http://schemas.microsoft.com/office/drawing/2014/main" id="{AC9789A5-35CF-FCBD-2C4D-45A8B351D174}"/>
              </a:ext>
            </a:extLst>
          </p:cNvPr>
          <p:cNvSpPr>
            <a:spLocks noGrp="1"/>
          </p:cNvSpPr>
          <p:nvPr>
            <p:ph type="ftr" sz="quarter" idx="11"/>
          </p:nvPr>
        </p:nvSpPr>
        <p:spPr/>
        <p:txBody>
          <a:bodyPr/>
          <a:lstStyle/>
          <a:p>
            <a:r>
              <a:rPr lang="en-GB"/>
              <a:t>Project</a:t>
            </a:r>
            <a:endParaRPr lang="en-GB" dirty="0"/>
          </a:p>
        </p:txBody>
      </p:sp>
      <p:sp>
        <p:nvSpPr>
          <p:cNvPr id="7" name="Slide Number Placeholder 6">
            <a:extLst>
              <a:ext uri="{FF2B5EF4-FFF2-40B4-BE49-F238E27FC236}">
                <a16:creationId xmlns:a16="http://schemas.microsoft.com/office/drawing/2014/main" id="{F928D334-0C70-9A61-D940-DD14983B655A}"/>
              </a:ext>
            </a:extLst>
          </p:cNvPr>
          <p:cNvSpPr>
            <a:spLocks noGrp="1"/>
          </p:cNvSpPr>
          <p:nvPr>
            <p:ph type="sldNum" sz="quarter" idx="12"/>
          </p:nvPr>
        </p:nvSpPr>
        <p:spPr/>
        <p:txBody>
          <a:bodyPr/>
          <a:lstStyle/>
          <a:p>
            <a:fld id="{A50A5AA7-2A79-44FA-9B95-83E5EFBB2F73}" type="slidenum">
              <a:rPr lang="en-GB" smtClean="0"/>
              <a:pPr/>
              <a:t>8</a:t>
            </a:fld>
            <a:endParaRPr lang="en-GB" dirty="0"/>
          </a:p>
        </p:txBody>
      </p:sp>
      <p:sp>
        <p:nvSpPr>
          <p:cNvPr id="8" name="Rectangle: Rounded Corners 7">
            <a:extLst>
              <a:ext uri="{FF2B5EF4-FFF2-40B4-BE49-F238E27FC236}">
                <a16:creationId xmlns:a16="http://schemas.microsoft.com/office/drawing/2014/main" id="{52EA5FB4-24E3-8F10-1E13-BC3053144CA2}"/>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9" name="Picture 8">
            <a:extLst>
              <a:ext uri="{FF2B5EF4-FFF2-40B4-BE49-F238E27FC236}">
                <a16:creationId xmlns:a16="http://schemas.microsoft.com/office/drawing/2014/main" id="{7F385BA1-75E5-B3A3-713F-D35788AA697B}"/>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graphicFrame>
        <p:nvGraphicFramePr>
          <p:cNvPr id="5" name="Chart 4">
            <a:extLst>
              <a:ext uri="{FF2B5EF4-FFF2-40B4-BE49-F238E27FC236}">
                <a16:creationId xmlns:a16="http://schemas.microsoft.com/office/drawing/2014/main" id="{BBB51C97-73CB-62E5-58A8-DAA381F1E026}"/>
              </a:ext>
            </a:extLst>
          </p:cNvPr>
          <p:cNvGraphicFramePr/>
          <p:nvPr>
            <p:extLst>
              <p:ext uri="{D42A27DB-BD31-4B8C-83A1-F6EECF244321}">
                <p14:modId xmlns:p14="http://schemas.microsoft.com/office/powerpoint/2010/main" val="4080136318"/>
              </p:ext>
            </p:extLst>
          </p:nvPr>
        </p:nvGraphicFramePr>
        <p:xfrm>
          <a:off x="5360310" y="1998110"/>
          <a:ext cx="6176733" cy="4221868"/>
        </p:xfrm>
        <a:graphic>
          <a:graphicData uri="http://schemas.openxmlformats.org/drawingml/2006/chart">
            <c:chart xmlns:c="http://schemas.openxmlformats.org/drawingml/2006/chart" xmlns:r="http://schemas.openxmlformats.org/officeDocument/2006/relationships" r:id="rId4"/>
          </a:graphicData>
        </a:graphic>
      </p:graphicFrame>
      <p:grpSp>
        <p:nvGrpSpPr>
          <p:cNvPr id="10" name="Group 9">
            <a:extLst>
              <a:ext uri="{FF2B5EF4-FFF2-40B4-BE49-F238E27FC236}">
                <a16:creationId xmlns:a16="http://schemas.microsoft.com/office/drawing/2014/main" id="{8D4497FA-1953-37A3-6BBD-9B776AA61966}"/>
              </a:ext>
            </a:extLst>
          </p:cNvPr>
          <p:cNvGrpSpPr/>
          <p:nvPr/>
        </p:nvGrpSpPr>
        <p:grpSpPr>
          <a:xfrm>
            <a:off x="6048457" y="4610101"/>
            <a:ext cx="517452" cy="517452"/>
            <a:chOff x="8672282" y="1208315"/>
            <a:chExt cx="2327728" cy="2327728"/>
          </a:xfrm>
        </p:grpSpPr>
        <p:sp>
          <p:nvSpPr>
            <p:cNvPr id="11" name="Oval 10">
              <a:extLst>
                <a:ext uri="{FF2B5EF4-FFF2-40B4-BE49-F238E27FC236}">
                  <a16:creationId xmlns:a16="http://schemas.microsoft.com/office/drawing/2014/main" id="{66E98E73-1451-7462-BCDA-E65B7A62E876}"/>
                </a:ext>
              </a:extLst>
            </p:cNvPr>
            <p:cNvSpPr/>
            <p:nvPr/>
          </p:nvSpPr>
          <p:spPr>
            <a:xfrm>
              <a:off x="8672282" y="1208315"/>
              <a:ext cx="2327728" cy="2327728"/>
            </a:xfrm>
            <a:prstGeom prst="ellipse">
              <a:avLst/>
            </a:prstGeom>
            <a:gradFill flip="none" rotWithShape="1">
              <a:gsLst>
                <a:gs pos="0">
                  <a:schemeClr val="accent1">
                    <a:lumMod val="5000"/>
                    <a:lumOff val="95000"/>
                  </a:schemeClr>
                </a:gs>
                <a:gs pos="55000">
                  <a:srgbClr val="66CBC4"/>
                </a:gs>
                <a:gs pos="100000">
                  <a:schemeClr val="accent1">
                    <a:lumMod val="30000"/>
                    <a:lumOff val="7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11" descr="User with solid fill">
              <a:extLst>
                <a:ext uri="{FF2B5EF4-FFF2-40B4-BE49-F238E27FC236}">
                  <a16:creationId xmlns:a16="http://schemas.microsoft.com/office/drawing/2014/main" id="{E2A212C6-7194-4057-7F7A-691A249DD8A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4195" r="4195" b="13888"/>
            <a:stretch>
              <a:fillRect/>
            </a:stretch>
          </p:blipFill>
          <p:spPr>
            <a:xfrm>
              <a:off x="8672282" y="1331690"/>
              <a:ext cx="2327728" cy="2188024"/>
            </a:xfrm>
            <a:custGeom>
              <a:avLst/>
              <a:gdLst>
                <a:gd name="connsiteX0" fmla="*/ 610692 w 2327728"/>
                <a:gd name="connsiteY0" fmla="*/ 0 h 2188024"/>
                <a:gd name="connsiteX1" fmla="*/ 1717036 w 2327728"/>
                <a:gd name="connsiteY1" fmla="*/ 0 h 2188024"/>
                <a:gd name="connsiteX2" fmla="*/ 1718631 w 2327728"/>
                <a:gd name="connsiteY2" fmla="*/ 768 h 2188024"/>
                <a:gd name="connsiteX3" fmla="*/ 2327728 w 2327728"/>
                <a:gd name="connsiteY3" fmla="*/ 1024160 h 2188024"/>
                <a:gd name="connsiteX4" fmla="*/ 1163864 w 2327728"/>
                <a:gd name="connsiteY4" fmla="*/ 2188024 h 2188024"/>
                <a:gd name="connsiteX5" fmla="*/ 0 w 2327728"/>
                <a:gd name="connsiteY5" fmla="*/ 1024160 h 2188024"/>
                <a:gd name="connsiteX6" fmla="*/ 609097 w 2327728"/>
                <a:gd name="connsiteY6" fmla="*/ 768 h 218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7728" h="2188024">
                  <a:moveTo>
                    <a:pt x="610692" y="0"/>
                  </a:moveTo>
                  <a:lnTo>
                    <a:pt x="1717036" y="0"/>
                  </a:lnTo>
                  <a:lnTo>
                    <a:pt x="1718631" y="768"/>
                  </a:lnTo>
                  <a:cubicBezTo>
                    <a:pt x="2081436" y="197856"/>
                    <a:pt x="2327728" y="582246"/>
                    <a:pt x="2327728" y="1024160"/>
                  </a:cubicBezTo>
                  <a:cubicBezTo>
                    <a:pt x="2327728" y="1666944"/>
                    <a:pt x="1806648" y="2188024"/>
                    <a:pt x="1163864" y="2188024"/>
                  </a:cubicBezTo>
                  <a:cubicBezTo>
                    <a:pt x="521080" y="2188024"/>
                    <a:pt x="0" y="1666944"/>
                    <a:pt x="0" y="1024160"/>
                  </a:cubicBezTo>
                  <a:cubicBezTo>
                    <a:pt x="0" y="582246"/>
                    <a:pt x="246292" y="197856"/>
                    <a:pt x="609097" y="768"/>
                  </a:cubicBezTo>
                  <a:close/>
                </a:path>
              </a:pathLst>
            </a:custGeom>
          </p:spPr>
        </p:pic>
      </p:grpSp>
      <p:grpSp>
        <p:nvGrpSpPr>
          <p:cNvPr id="13" name="Group 12">
            <a:extLst>
              <a:ext uri="{FF2B5EF4-FFF2-40B4-BE49-F238E27FC236}">
                <a16:creationId xmlns:a16="http://schemas.microsoft.com/office/drawing/2014/main" id="{D2BB12A4-4C13-17B7-16ED-F3C45404A9E1}"/>
              </a:ext>
            </a:extLst>
          </p:cNvPr>
          <p:cNvGrpSpPr/>
          <p:nvPr/>
        </p:nvGrpSpPr>
        <p:grpSpPr>
          <a:xfrm>
            <a:off x="6970477" y="3296281"/>
            <a:ext cx="517452" cy="517452"/>
            <a:chOff x="8672282" y="1208315"/>
            <a:chExt cx="2327728" cy="2327728"/>
          </a:xfrm>
        </p:grpSpPr>
        <p:sp>
          <p:nvSpPr>
            <p:cNvPr id="14" name="Oval 13">
              <a:extLst>
                <a:ext uri="{FF2B5EF4-FFF2-40B4-BE49-F238E27FC236}">
                  <a16:creationId xmlns:a16="http://schemas.microsoft.com/office/drawing/2014/main" id="{817F5E9E-4F18-50A1-F256-53198C8C62EF}"/>
                </a:ext>
              </a:extLst>
            </p:cNvPr>
            <p:cNvSpPr/>
            <p:nvPr/>
          </p:nvSpPr>
          <p:spPr>
            <a:xfrm>
              <a:off x="8672282" y="1208315"/>
              <a:ext cx="2327728" cy="2327728"/>
            </a:xfrm>
            <a:prstGeom prst="ellipse">
              <a:avLst/>
            </a:prstGeom>
            <a:gradFill flip="none" rotWithShape="1">
              <a:gsLst>
                <a:gs pos="0">
                  <a:schemeClr val="accent1">
                    <a:lumMod val="5000"/>
                    <a:lumOff val="95000"/>
                  </a:schemeClr>
                </a:gs>
                <a:gs pos="55000">
                  <a:srgbClr val="66CBC4"/>
                </a:gs>
                <a:gs pos="100000">
                  <a:schemeClr val="accent1">
                    <a:lumMod val="30000"/>
                    <a:lumOff val="7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Graphic 14" descr="User with solid fill">
              <a:extLst>
                <a:ext uri="{FF2B5EF4-FFF2-40B4-BE49-F238E27FC236}">
                  <a16:creationId xmlns:a16="http://schemas.microsoft.com/office/drawing/2014/main" id="{24F48AB6-46E6-BEB7-528E-0EC26826D10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4195" r="4195" b="13888"/>
            <a:stretch>
              <a:fillRect/>
            </a:stretch>
          </p:blipFill>
          <p:spPr>
            <a:xfrm>
              <a:off x="8672282" y="1331690"/>
              <a:ext cx="2327728" cy="2188024"/>
            </a:xfrm>
            <a:custGeom>
              <a:avLst/>
              <a:gdLst>
                <a:gd name="connsiteX0" fmla="*/ 610692 w 2327728"/>
                <a:gd name="connsiteY0" fmla="*/ 0 h 2188024"/>
                <a:gd name="connsiteX1" fmla="*/ 1717036 w 2327728"/>
                <a:gd name="connsiteY1" fmla="*/ 0 h 2188024"/>
                <a:gd name="connsiteX2" fmla="*/ 1718631 w 2327728"/>
                <a:gd name="connsiteY2" fmla="*/ 768 h 2188024"/>
                <a:gd name="connsiteX3" fmla="*/ 2327728 w 2327728"/>
                <a:gd name="connsiteY3" fmla="*/ 1024160 h 2188024"/>
                <a:gd name="connsiteX4" fmla="*/ 1163864 w 2327728"/>
                <a:gd name="connsiteY4" fmla="*/ 2188024 h 2188024"/>
                <a:gd name="connsiteX5" fmla="*/ 0 w 2327728"/>
                <a:gd name="connsiteY5" fmla="*/ 1024160 h 2188024"/>
                <a:gd name="connsiteX6" fmla="*/ 609097 w 2327728"/>
                <a:gd name="connsiteY6" fmla="*/ 768 h 218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7728" h="2188024">
                  <a:moveTo>
                    <a:pt x="610692" y="0"/>
                  </a:moveTo>
                  <a:lnTo>
                    <a:pt x="1717036" y="0"/>
                  </a:lnTo>
                  <a:lnTo>
                    <a:pt x="1718631" y="768"/>
                  </a:lnTo>
                  <a:cubicBezTo>
                    <a:pt x="2081436" y="197856"/>
                    <a:pt x="2327728" y="582246"/>
                    <a:pt x="2327728" y="1024160"/>
                  </a:cubicBezTo>
                  <a:cubicBezTo>
                    <a:pt x="2327728" y="1666944"/>
                    <a:pt x="1806648" y="2188024"/>
                    <a:pt x="1163864" y="2188024"/>
                  </a:cubicBezTo>
                  <a:cubicBezTo>
                    <a:pt x="521080" y="2188024"/>
                    <a:pt x="0" y="1666944"/>
                    <a:pt x="0" y="1024160"/>
                  </a:cubicBezTo>
                  <a:cubicBezTo>
                    <a:pt x="0" y="582246"/>
                    <a:pt x="246292" y="197856"/>
                    <a:pt x="609097" y="768"/>
                  </a:cubicBezTo>
                  <a:close/>
                </a:path>
              </a:pathLst>
            </a:custGeom>
          </p:spPr>
        </p:pic>
      </p:grpSp>
      <p:grpSp>
        <p:nvGrpSpPr>
          <p:cNvPr id="18" name="Group 17">
            <a:extLst>
              <a:ext uri="{FF2B5EF4-FFF2-40B4-BE49-F238E27FC236}">
                <a16:creationId xmlns:a16="http://schemas.microsoft.com/office/drawing/2014/main" id="{B0E68824-AB84-AE14-1E81-9F0AF3324425}"/>
              </a:ext>
            </a:extLst>
          </p:cNvPr>
          <p:cNvGrpSpPr/>
          <p:nvPr/>
        </p:nvGrpSpPr>
        <p:grpSpPr>
          <a:xfrm>
            <a:off x="7901298" y="2374261"/>
            <a:ext cx="517452" cy="517452"/>
            <a:chOff x="8672282" y="1208315"/>
            <a:chExt cx="2327728" cy="2327728"/>
          </a:xfrm>
        </p:grpSpPr>
        <p:sp>
          <p:nvSpPr>
            <p:cNvPr id="19" name="Oval 18">
              <a:extLst>
                <a:ext uri="{FF2B5EF4-FFF2-40B4-BE49-F238E27FC236}">
                  <a16:creationId xmlns:a16="http://schemas.microsoft.com/office/drawing/2014/main" id="{620A215B-9C17-6DAE-A843-3B483637053F}"/>
                </a:ext>
              </a:extLst>
            </p:cNvPr>
            <p:cNvSpPr/>
            <p:nvPr/>
          </p:nvSpPr>
          <p:spPr>
            <a:xfrm>
              <a:off x="8672282" y="1208315"/>
              <a:ext cx="2327728" cy="2327728"/>
            </a:xfrm>
            <a:prstGeom prst="ellipse">
              <a:avLst/>
            </a:prstGeom>
            <a:gradFill flip="none" rotWithShape="1">
              <a:gsLst>
                <a:gs pos="0">
                  <a:schemeClr val="accent1">
                    <a:lumMod val="5000"/>
                    <a:lumOff val="95000"/>
                  </a:schemeClr>
                </a:gs>
                <a:gs pos="55000">
                  <a:srgbClr val="66CBC4"/>
                </a:gs>
                <a:gs pos="100000">
                  <a:schemeClr val="accent1">
                    <a:lumMod val="30000"/>
                    <a:lumOff val="7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Graphic 19" descr="User with solid fill">
              <a:extLst>
                <a:ext uri="{FF2B5EF4-FFF2-40B4-BE49-F238E27FC236}">
                  <a16:creationId xmlns:a16="http://schemas.microsoft.com/office/drawing/2014/main" id="{F9D94736-3B57-A4A6-93A4-4994C4D7B15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4195" r="4195" b="13888"/>
            <a:stretch>
              <a:fillRect/>
            </a:stretch>
          </p:blipFill>
          <p:spPr>
            <a:xfrm>
              <a:off x="8672282" y="1331690"/>
              <a:ext cx="2327728" cy="2188024"/>
            </a:xfrm>
            <a:custGeom>
              <a:avLst/>
              <a:gdLst>
                <a:gd name="connsiteX0" fmla="*/ 610692 w 2327728"/>
                <a:gd name="connsiteY0" fmla="*/ 0 h 2188024"/>
                <a:gd name="connsiteX1" fmla="*/ 1717036 w 2327728"/>
                <a:gd name="connsiteY1" fmla="*/ 0 h 2188024"/>
                <a:gd name="connsiteX2" fmla="*/ 1718631 w 2327728"/>
                <a:gd name="connsiteY2" fmla="*/ 768 h 2188024"/>
                <a:gd name="connsiteX3" fmla="*/ 2327728 w 2327728"/>
                <a:gd name="connsiteY3" fmla="*/ 1024160 h 2188024"/>
                <a:gd name="connsiteX4" fmla="*/ 1163864 w 2327728"/>
                <a:gd name="connsiteY4" fmla="*/ 2188024 h 2188024"/>
                <a:gd name="connsiteX5" fmla="*/ 0 w 2327728"/>
                <a:gd name="connsiteY5" fmla="*/ 1024160 h 2188024"/>
                <a:gd name="connsiteX6" fmla="*/ 609097 w 2327728"/>
                <a:gd name="connsiteY6" fmla="*/ 768 h 218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7728" h="2188024">
                  <a:moveTo>
                    <a:pt x="610692" y="0"/>
                  </a:moveTo>
                  <a:lnTo>
                    <a:pt x="1717036" y="0"/>
                  </a:lnTo>
                  <a:lnTo>
                    <a:pt x="1718631" y="768"/>
                  </a:lnTo>
                  <a:cubicBezTo>
                    <a:pt x="2081436" y="197856"/>
                    <a:pt x="2327728" y="582246"/>
                    <a:pt x="2327728" y="1024160"/>
                  </a:cubicBezTo>
                  <a:cubicBezTo>
                    <a:pt x="2327728" y="1666944"/>
                    <a:pt x="1806648" y="2188024"/>
                    <a:pt x="1163864" y="2188024"/>
                  </a:cubicBezTo>
                  <a:cubicBezTo>
                    <a:pt x="521080" y="2188024"/>
                    <a:pt x="0" y="1666944"/>
                    <a:pt x="0" y="1024160"/>
                  </a:cubicBezTo>
                  <a:cubicBezTo>
                    <a:pt x="0" y="582246"/>
                    <a:pt x="246292" y="197856"/>
                    <a:pt x="609097" y="768"/>
                  </a:cubicBezTo>
                  <a:close/>
                </a:path>
              </a:pathLst>
            </a:custGeom>
          </p:spPr>
        </p:pic>
      </p:grpSp>
      <p:grpSp>
        <p:nvGrpSpPr>
          <p:cNvPr id="21" name="Group 20">
            <a:extLst>
              <a:ext uri="{FF2B5EF4-FFF2-40B4-BE49-F238E27FC236}">
                <a16:creationId xmlns:a16="http://schemas.microsoft.com/office/drawing/2014/main" id="{E87177E1-1F70-2D13-91E2-B46A093A80DB}"/>
              </a:ext>
            </a:extLst>
          </p:cNvPr>
          <p:cNvGrpSpPr/>
          <p:nvPr/>
        </p:nvGrpSpPr>
        <p:grpSpPr>
          <a:xfrm>
            <a:off x="8827663" y="3766620"/>
            <a:ext cx="517452" cy="517452"/>
            <a:chOff x="8672282" y="1208315"/>
            <a:chExt cx="2327728" cy="2327728"/>
          </a:xfrm>
        </p:grpSpPr>
        <p:sp>
          <p:nvSpPr>
            <p:cNvPr id="22" name="Oval 21">
              <a:extLst>
                <a:ext uri="{FF2B5EF4-FFF2-40B4-BE49-F238E27FC236}">
                  <a16:creationId xmlns:a16="http://schemas.microsoft.com/office/drawing/2014/main" id="{3284442E-BE59-57E3-9C8E-9194E6F59A23}"/>
                </a:ext>
              </a:extLst>
            </p:cNvPr>
            <p:cNvSpPr/>
            <p:nvPr/>
          </p:nvSpPr>
          <p:spPr>
            <a:xfrm>
              <a:off x="8672282" y="1208315"/>
              <a:ext cx="2327728" cy="2327728"/>
            </a:xfrm>
            <a:prstGeom prst="ellipse">
              <a:avLst/>
            </a:prstGeom>
            <a:gradFill flip="none" rotWithShape="1">
              <a:gsLst>
                <a:gs pos="0">
                  <a:schemeClr val="accent1">
                    <a:lumMod val="5000"/>
                    <a:lumOff val="95000"/>
                  </a:schemeClr>
                </a:gs>
                <a:gs pos="55000">
                  <a:srgbClr val="66CBC4"/>
                </a:gs>
                <a:gs pos="100000">
                  <a:schemeClr val="accent1">
                    <a:lumMod val="30000"/>
                    <a:lumOff val="7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3" name="Graphic 22" descr="User with solid fill">
              <a:extLst>
                <a:ext uri="{FF2B5EF4-FFF2-40B4-BE49-F238E27FC236}">
                  <a16:creationId xmlns:a16="http://schemas.microsoft.com/office/drawing/2014/main" id="{8886DA72-D308-FF8A-51E3-5D7C67A895C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4195" r="4195" b="13888"/>
            <a:stretch>
              <a:fillRect/>
            </a:stretch>
          </p:blipFill>
          <p:spPr>
            <a:xfrm>
              <a:off x="8672282" y="1331690"/>
              <a:ext cx="2327728" cy="2188024"/>
            </a:xfrm>
            <a:custGeom>
              <a:avLst/>
              <a:gdLst>
                <a:gd name="connsiteX0" fmla="*/ 610692 w 2327728"/>
                <a:gd name="connsiteY0" fmla="*/ 0 h 2188024"/>
                <a:gd name="connsiteX1" fmla="*/ 1717036 w 2327728"/>
                <a:gd name="connsiteY1" fmla="*/ 0 h 2188024"/>
                <a:gd name="connsiteX2" fmla="*/ 1718631 w 2327728"/>
                <a:gd name="connsiteY2" fmla="*/ 768 h 2188024"/>
                <a:gd name="connsiteX3" fmla="*/ 2327728 w 2327728"/>
                <a:gd name="connsiteY3" fmla="*/ 1024160 h 2188024"/>
                <a:gd name="connsiteX4" fmla="*/ 1163864 w 2327728"/>
                <a:gd name="connsiteY4" fmla="*/ 2188024 h 2188024"/>
                <a:gd name="connsiteX5" fmla="*/ 0 w 2327728"/>
                <a:gd name="connsiteY5" fmla="*/ 1024160 h 2188024"/>
                <a:gd name="connsiteX6" fmla="*/ 609097 w 2327728"/>
                <a:gd name="connsiteY6" fmla="*/ 768 h 218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7728" h="2188024">
                  <a:moveTo>
                    <a:pt x="610692" y="0"/>
                  </a:moveTo>
                  <a:lnTo>
                    <a:pt x="1717036" y="0"/>
                  </a:lnTo>
                  <a:lnTo>
                    <a:pt x="1718631" y="768"/>
                  </a:lnTo>
                  <a:cubicBezTo>
                    <a:pt x="2081436" y="197856"/>
                    <a:pt x="2327728" y="582246"/>
                    <a:pt x="2327728" y="1024160"/>
                  </a:cubicBezTo>
                  <a:cubicBezTo>
                    <a:pt x="2327728" y="1666944"/>
                    <a:pt x="1806648" y="2188024"/>
                    <a:pt x="1163864" y="2188024"/>
                  </a:cubicBezTo>
                  <a:cubicBezTo>
                    <a:pt x="521080" y="2188024"/>
                    <a:pt x="0" y="1666944"/>
                    <a:pt x="0" y="1024160"/>
                  </a:cubicBezTo>
                  <a:cubicBezTo>
                    <a:pt x="0" y="582246"/>
                    <a:pt x="246292" y="197856"/>
                    <a:pt x="609097" y="768"/>
                  </a:cubicBezTo>
                  <a:close/>
                </a:path>
              </a:pathLst>
            </a:custGeom>
          </p:spPr>
        </p:pic>
      </p:grpSp>
      <p:grpSp>
        <p:nvGrpSpPr>
          <p:cNvPr id="24" name="Group 23">
            <a:extLst>
              <a:ext uri="{FF2B5EF4-FFF2-40B4-BE49-F238E27FC236}">
                <a16:creationId xmlns:a16="http://schemas.microsoft.com/office/drawing/2014/main" id="{190842AF-F881-13B1-CE12-FBDF23270753}"/>
              </a:ext>
            </a:extLst>
          </p:cNvPr>
          <p:cNvGrpSpPr/>
          <p:nvPr/>
        </p:nvGrpSpPr>
        <p:grpSpPr>
          <a:xfrm>
            <a:off x="9757303" y="4160283"/>
            <a:ext cx="517452" cy="517452"/>
            <a:chOff x="8672282" y="1208315"/>
            <a:chExt cx="2327728" cy="2327728"/>
          </a:xfrm>
        </p:grpSpPr>
        <p:sp>
          <p:nvSpPr>
            <p:cNvPr id="25" name="Oval 24">
              <a:extLst>
                <a:ext uri="{FF2B5EF4-FFF2-40B4-BE49-F238E27FC236}">
                  <a16:creationId xmlns:a16="http://schemas.microsoft.com/office/drawing/2014/main" id="{BC399F42-B4B8-E8AC-74F5-379D83733059}"/>
                </a:ext>
              </a:extLst>
            </p:cNvPr>
            <p:cNvSpPr/>
            <p:nvPr/>
          </p:nvSpPr>
          <p:spPr>
            <a:xfrm>
              <a:off x="8672282" y="1208315"/>
              <a:ext cx="2327728" cy="2327728"/>
            </a:xfrm>
            <a:prstGeom prst="ellipse">
              <a:avLst/>
            </a:prstGeom>
            <a:gradFill flip="none" rotWithShape="1">
              <a:gsLst>
                <a:gs pos="0">
                  <a:schemeClr val="accent1">
                    <a:lumMod val="5000"/>
                    <a:lumOff val="95000"/>
                  </a:schemeClr>
                </a:gs>
                <a:gs pos="55000">
                  <a:srgbClr val="66CBC4"/>
                </a:gs>
                <a:gs pos="100000">
                  <a:schemeClr val="accent1">
                    <a:lumMod val="30000"/>
                    <a:lumOff val="7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6" name="Graphic 25" descr="User with solid fill">
              <a:extLst>
                <a:ext uri="{FF2B5EF4-FFF2-40B4-BE49-F238E27FC236}">
                  <a16:creationId xmlns:a16="http://schemas.microsoft.com/office/drawing/2014/main" id="{A2B99995-AA48-95E5-42A7-4657B476726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4195" r="4195" b="13888"/>
            <a:stretch>
              <a:fillRect/>
            </a:stretch>
          </p:blipFill>
          <p:spPr>
            <a:xfrm>
              <a:off x="8672282" y="1331690"/>
              <a:ext cx="2327728" cy="2188024"/>
            </a:xfrm>
            <a:custGeom>
              <a:avLst/>
              <a:gdLst>
                <a:gd name="connsiteX0" fmla="*/ 610692 w 2327728"/>
                <a:gd name="connsiteY0" fmla="*/ 0 h 2188024"/>
                <a:gd name="connsiteX1" fmla="*/ 1717036 w 2327728"/>
                <a:gd name="connsiteY1" fmla="*/ 0 h 2188024"/>
                <a:gd name="connsiteX2" fmla="*/ 1718631 w 2327728"/>
                <a:gd name="connsiteY2" fmla="*/ 768 h 2188024"/>
                <a:gd name="connsiteX3" fmla="*/ 2327728 w 2327728"/>
                <a:gd name="connsiteY3" fmla="*/ 1024160 h 2188024"/>
                <a:gd name="connsiteX4" fmla="*/ 1163864 w 2327728"/>
                <a:gd name="connsiteY4" fmla="*/ 2188024 h 2188024"/>
                <a:gd name="connsiteX5" fmla="*/ 0 w 2327728"/>
                <a:gd name="connsiteY5" fmla="*/ 1024160 h 2188024"/>
                <a:gd name="connsiteX6" fmla="*/ 609097 w 2327728"/>
                <a:gd name="connsiteY6" fmla="*/ 768 h 218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7728" h="2188024">
                  <a:moveTo>
                    <a:pt x="610692" y="0"/>
                  </a:moveTo>
                  <a:lnTo>
                    <a:pt x="1717036" y="0"/>
                  </a:lnTo>
                  <a:lnTo>
                    <a:pt x="1718631" y="768"/>
                  </a:lnTo>
                  <a:cubicBezTo>
                    <a:pt x="2081436" y="197856"/>
                    <a:pt x="2327728" y="582246"/>
                    <a:pt x="2327728" y="1024160"/>
                  </a:cubicBezTo>
                  <a:cubicBezTo>
                    <a:pt x="2327728" y="1666944"/>
                    <a:pt x="1806648" y="2188024"/>
                    <a:pt x="1163864" y="2188024"/>
                  </a:cubicBezTo>
                  <a:cubicBezTo>
                    <a:pt x="521080" y="2188024"/>
                    <a:pt x="0" y="1666944"/>
                    <a:pt x="0" y="1024160"/>
                  </a:cubicBezTo>
                  <a:cubicBezTo>
                    <a:pt x="0" y="582246"/>
                    <a:pt x="246292" y="197856"/>
                    <a:pt x="609097" y="768"/>
                  </a:cubicBezTo>
                  <a:close/>
                </a:path>
              </a:pathLst>
            </a:custGeom>
          </p:spPr>
        </p:pic>
      </p:grpSp>
      <p:grpSp>
        <p:nvGrpSpPr>
          <p:cNvPr id="27" name="Group 26">
            <a:extLst>
              <a:ext uri="{FF2B5EF4-FFF2-40B4-BE49-F238E27FC236}">
                <a16:creationId xmlns:a16="http://schemas.microsoft.com/office/drawing/2014/main" id="{1740686C-A25E-11BB-B25D-39D95CD196AC}"/>
              </a:ext>
            </a:extLst>
          </p:cNvPr>
          <p:cNvGrpSpPr/>
          <p:nvPr/>
        </p:nvGrpSpPr>
        <p:grpSpPr>
          <a:xfrm>
            <a:off x="10675620" y="4420308"/>
            <a:ext cx="517452" cy="517452"/>
            <a:chOff x="8672282" y="1208315"/>
            <a:chExt cx="2327728" cy="2327728"/>
          </a:xfrm>
        </p:grpSpPr>
        <p:sp>
          <p:nvSpPr>
            <p:cNvPr id="28" name="Oval 27">
              <a:extLst>
                <a:ext uri="{FF2B5EF4-FFF2-40B4-BE49-F238E27FC236}">
                  <a16:creationId xmlns:a16="http://schemas.microsoft.com/office/drawing/2014/main" id="{C62C8596-5E13-015E-044F-7110D6A82348}"/>
                </a:ext>
              </a:extLst>
            </p:cNvPr>
            <p:cNvSpPr/>
            <p:nvPr/>
          </p:nvSpPr>
          <p:spPr>
            <a:xfrm>
              <a:off x="8672282" y="1208315"/>
              <a:ext cx="2327728" cy="2327728"/>
            </a:xfrm>
            <a:prstGeom prst="ellipse">
              <a:avLst/>
            </a:prstGeom>
            <a:gradFill flip="none" rotWithShape="1">
              <a:gsLst>
                <a:gs pos="0">
                  <a:schemeClr val="accent1">
                    <a:lumMod val="5000"/>
                    <a:lumOff val="95000"/>
                  </a:schemeClr>
                </a:gs>
                <a:gs pos="55000">
                  <a:srgbClr val="66CBC4"/>
                </a:gs>
                <a:gs pos="100000">
                  <a:schemeClr val="accent1">
                    <a:lumMod val="30000"/>
                    <a:lumOff val="7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 name="Graphic 28" descr="User with solid fill">
              <a:extLst>
                <a:ext uri="{FF2B5EF4-FFF2-40B4-BE49-F238E27FC236}">
                  <a16:creationId xmlns:a16="http://schemas.microsoft.com/office/drawing/2014/main" id="{BEE13F74-1AC1-B7A1-9B65-F767B291157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4195" r="4195" b="13888"/>
            <a:stretch>
              <a:fillRect/>
            </a:stretch>
          </p:blipFill>
          <p:spPr>
            <a:xfrm>
              <a:off x="8672282" y="1331690"/>
              <a:ext cx="2327728" cy="2188024"/>
            </a:xfrm>
            <a:custGeom>
              <a:avLst/>
              <a:gdLst>
                <a:gd name="connsiteX0" fmla="*/ 610692 w 2327728"/>
                <a:gd name="connsiteY0" fmla="*/ 0 h 2188024"/>
                <a:gd name="connsiteX1" fmla="*/ 1717036 w 2327728"/>
                <a:gd name="connsiteY1" fmla="*/ 0 h 2188024"/>
                <a:gd name="connsiteX2" fmla="*/ 1718631 w 2327728"/>
                <a:gd name="connsiteY2" fmla="*/ 768 h 2188024"/>
                <a:gd name="connsiteX3" fmla="*/ 2327728 w 2327728"/>
                <a:gd name="connsiteY3" fmla="*/ 1024160 h 2188024"/>
                <a:gd name="connsiteX4" fmla="*/ 1163864 w 2327728"/>
                <a:gd name="connsiteY4" fmla="*/ 2188024 h 2188024"/>
                <a:gd name="connsiteX5" fmla="*/ 0 w 2327728"/>
                <a:gd name="connsiteY5" fmla="*/ 1024160 h 2188024"/>
                <a:gd name="connsiteX6" fmla="*/ 609097 w 2327728"/>
                <a:gd name="connsiteY6" fmla="*/ 768 h 218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7728" h="2188024">
                  <a:moveTo>
                    <a:pt x="610692" y="0"/>
                  </a:moveTo>
                  <a:lnTo>
                    <a:pt x="1717036" y="0"/>
                  </a:lnTo>
                  <a:lnTo>
                    <a:pt x="1718631" y="768"/>
                  </a:lnTo>
                  <a:cubicBezTo>
                    <a:pt x="2081436" y="197856"/>
                    <a:pt x="2327728" y="582246"/>
                    <a:pt x="2327728" y="1024160"/>
                  </a:cubicBezTo>
                  <a:cubicBezTo>
                    <a:pt x="2327728" y="1666944"/>
                    <a:pt x="1806648" y="2188024"/>
                    <a:pt x="1163864" y="2188024"/>
                  </a:cubicBezTo>
                  <a:cubicBezTo>
                    <a:pt x="521080" y="2188024"/>
                    <a:pt x="0" y="1666944"/>
                    <a:pt x="0" y="1024160"/>
                  </a:cubicBezTo>
                  <a:cubicBezTo>
                    <a:pt x="0" y="582246"/>
                    <a:pt x="246292" y="197856"/>
                    <a:pt x="609097" y="768"/>
                  </a:cubicBezTo>
                  <a:close/>
                </a:path>
              </a:pathLst>
            </a:custGeom>
          </p:spPr>
        </p:pic>
      </p:grpSp>
    </p:spTree>
    <p:extLst>
      <p:ext uri="{BB962C8B-B14F-4D97-AF65-F5344CB8AC3E}">
        <p14:creationId xmlns:p14="http://schemas.microsoft.com/office/powerpoint/2010/main" val="25500376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0"/>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4004126" y="1656728"/>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654958" y="1331690"/>
            <a:ext cx="4668156" cy="584775"/>
          </a:xfrm>
          <a:prstGeom prst="rect">
            <a:avLst/>
          </a:prstGeom>
          <a:noFill/>
        </p:spPr>
        <p:txBody>
          <a:bodyPr wrap="square" rtlCol="0">
            <a:spAutoFit/>
          </a:bodyPr>
          <a:lstStyle/>
          <a:p>
            <a:r>
              <a:rPr lang="en-GB" sz="3200" b="1" dirty="0">
                <a:solidFill>
                  <a:srgbClr val="2D2D2D"/>
                </a:solidFill>
                <a:latin typeface="Libre Baskerville" panose="02000000000000000000" pitchFamily="2" charset="0"/>
              </a:rPr>
              <a:t>Team and Timeline</a:t>
            </a:r>
          </a:p>
        </p:txBody>
      </p:sp>
      <p:sp>
        <p:nvSpPr>
          <p:cNvPr id="2" name="TextBox 1">
            <a:extLst>
              <a:ext uri="{FF2B5EF4-FFF2-40B4-BE49-F238E27FC236}">
                <a16:creationId xmlns:a16="http://schemas.microsoft.com/office/drawing/2014/main" id="{2B574BD8-9138-C6EE-55D9-CC56FED13FBD}"/>
              </a:ext>
            </a:extLst>
          </p:cNvPr>
          <p:cNvSpPr txBox="1"/>
          <p:nvPr/>
        </p:nvSpPr>
        <p:spPr>
          <a:xfrm>
            <a:off x="783771" y="2530929"/>
            <a:ext cx="5312230" cy="3063659"/>
          </a:xfrm>
          <a:prstGeom prst="rect">
            <a:avLst/>
          </a:prstGeom>
          <a:noFill/>
        </p:spPr>
        <p:txBody>
          <a:bodyPr wrap="square" rtlCol="0">
            <a:spAutoFit/>
          </a:bodyPr>
          <a:lstStyle/>
          <a:p>
            <a:pPr>
              <a:lnSpc>
                <a:spcPct val="107000"/>
              </a:lnSpc>
              <a:spcAft>
                <a:spcPts val="800"/>
              </a:spcAft>
            </a:pPr>
            <a:r>
              <a:rPr lang="en-GB" sz="2000" b="1" i="0" dirty="0">
                <a:solidFill>
                  <a:srgbClr val="2D2D2D"/>
                </a:solidFill>
                <a:effectLst/>
                <a:latin typeface="Libre Baskerville" panose="02000000000000000000" pitchFamily="2" charset="0"/>
              </a:rPr>
              <a:t>Team:</a:t>
            </a:r>
            <a:r>
              <a:rPr lang="en-GB" sz="2400" b="0" i="0" dirty="0">
                <a:solidFill>
                  <a:srgbClr val="2D2D2D"/>
                </a:solidFill>
                <a:effectLst/>
                <a:latin typeface="Libre Baskerville" panose="02000000000000000000" pitchFamily="2" charset="0"/>
              </a:rPr>
              <a:t> </a:t>
            </a:r>
          </a:p>
          <a:p>
            <a:pPr>
              <a:lnSpc>
                <a:spcPct val="107000"/>
              </a:lnSpc>
              <a:spcAft>
                <a:spcPts val="800"/>
              </a:spcAft>
            </a:pPr>
            <a:r>
              <a:rPr lang="en-GB" sz="1400" b="0" i="0" dirty="0">
                <a:solidFill>
                  <a:srgbClr val="2D2D2D"/>
                </a:solidFill>
                <a:effectLst/>
                <a:latin typeface="Switzer Light" pitchFamily="50" charset="0"/>
              </a:rPr>
              <a:t>A team refers to a group of individuals who come together to collaborate and work towards a common goal or objective. In a team, members contribute their skills, knowledge, and efforts to achieve shared outcomes. Teams are often formed within organizations to accomplish specific tasks, projects, or initiatives. They can be composed of people from different departments, with diverse expertise, who work together to leverage their collective abilities and achieve better results than they would individually.</a:t>
            </a:r>
          </a:p>
          <a:p>
            <a:pPr>
              <a:lnSpc>
                <a:spcPct val="107000"/>
              </a:lnSpc>
              <a:spcAft>
                <a:spcPts val="800"/>
              </a:spcAft>
            </a:pPr>
            <a:endParaRPr lang="en-GB" kern="100" dirty="0">
              <a:solidFill>
                <a:srgbClr val="2D2D2D"/>
              </a:solidFill>
              <a:effectLst/>
              <a:latin typeface="Switzer" pitchFamily="50" charset="0"/>
              <a:ea typeface="Calibri" panose="020F0502020204030204" pitchFamily="34" charset="0"/>
              <a:cs typeface="Iskoola Pota" panose="020B0502040204020203" pitchFamily="34" charset="0"/>
            </a:endParaRPr>
          </a:p>
        </p:txBody>
      </p:sp>
      <p:sp>
        <p:nvSpPr>
          <p:cNvPr id="5" name="TextBox 4">
            <a:extLst>
              <a:ext uri="{FF2B5EF4-FFF2-40B4-BE49-F238E27FC236}">
                <a16:creationId xmlns:a16="http://schemas.microsoft.com/office/drawing/2014/main" id="{52CC7AD5-B8F5-BEF3-8F00-3356868D8378}"/>
              </a:ext>
            </a:extLst>
          </p:cNvPr>
          <p:cNvSpPr txBox="1"/>
          <p:nvPr/>
        </p:nvSpPr>
        <p:spPr>
          <a:xfrm>
            <a:off x="6095999" y="2530928"/>
            <a:ext cx="5312230" cy="2785058"/>
          </a:xfrm>
          <a:prstGeom prst="rect">
            <a:avLst/>
          </a:prstGeom>
          <a:noFill/>
        </p:spPr>
        <p:txBody>
          <a:bodyPr wrap="square" rtlCol="0">
            <a:spAutoFit/>
          </a:bodyPr>
          <a:lstStyle/>
          <a:p>
            <a:pPr algn="l"/>
            <a:r>
              <a:rPr lang="en-GB" sz="2000" b="1" i="0" dirty="0">
                <a:solidFill>
                  <a:schemeClr val="tx1">
                    <a:lumMod val="85000"/>
                    <a:lumOff val="15000"/>
                  </a:schemeClr>
                </a:solidFill>
                <a:effectLst/>
                <a:latin typeface="Libre Baskerville" panose="02000000000000000000" pitchFamily="2" charset="0"/>
              </a:rPr>
              <a:t>Timeline:</a:t>
            </a:r>
          </a:p>
          <a:p>
            <a:pPr algn="l"/>
            <a:r>
              <a:rPr lang="en-GB" sz="2400" b="0" i="0" dirty="0">
                <a:solidFill>
                  <a:schemeClr val="tx1">
                    <a:lumMod val="85000"/>
                    <a:lumOff val="15000"/>
                  </a:schemeClr>
                </a:solidFill>
                <a:effectLst/>
                <a:latin typeface="Switzer" pitchFamily="50" charset="0"/>
              </a:rPr>
              <a:t> </a:t>
            </a:r>
            <a:r>
              <a:rPr lang="en-GB" sz="1400" b="0" i="0" dirty="0">
                <a:solidFill>
                  <a:schemeClr val="tx1">
                    <a:lumMod val="85000"/>
                    <a:lumOff val="15000"/>
                  </a:schemeClr>
                </a:solidFill>
                <a:effectLst/>
                <a:latin typeface="Switzer Light" pitchFamily="50" charset="0"/>
              </a:rPr>
              <a:t>A timeline is a visual representation or chronological sequence of events, activities, or milestones that occur over a period of time. It provides a structured way to depict the order and duration of various events or actions. Timelines are commonly used for project management, historical representation, planning, and tracking progress. They can be displayed as a linear line with dates or as a horizontal bar chart, where events or activities are positioned based on their occurrence within a specific timeframe.</a:t>
            </a:r>
          </a:p>
          <a:p>
            <a:pPr>
              <a:lnSpc>
                <a:spcPct val="107000"/>
              </a:lnSpc>
              <a:spcAft>
                <a:spcPts val="800"/>
              </a:spcAft>
            </a:pPr>
            <a:endParaRPr lang="en-GB" sz="1400" kern="100" dirty="0">
              <a:solidFill>
                <a:srgbClr val="2D2D2D"/>
              </a:solidFill>
              <a:effectLst/>
              <a:latin typeface="Switzer" pitchFamily="50" charset="0"/>
              <a:ea typeface="Calibri" panose="020F0502020204030204" pitchFamily="34" charset="0"/>
              <a:cs typeface="Iskoola Pota" panose="020B0502040204020203" pitchFamily="34" charset="0"/>
            </a:endParaRPr>
          </a:p>
        </p:txBody>
      </p:sp>
      <p:sp>
        <p:nvSpPr>
          <p:cNvPr id="8" name="Footer Placeholder 7">
            <a:extLst>
              <a:ext uri="{FF2B5EF4-FFF2-40B4-BE49-F238E27FC236}">
                <a16:creationId xmlns:a16="http://schemas.microsoft.com/office/drawing/2014/main" id="{2F1A567E-A0D2-7C07-B297-FBAD66144EF0}"/>
              </a:ext>
            </a:extLst>
          </p:cNvPr>
          <p:cNvSpPr>
            <a:spLocks noGrp="1"/>
          </p:cNvSpPr>
          <p:nvPr>
            <p:ph type="ftr" sz="quarter" idx="11"/>
          </p:nvPr>
        </p:nvSpPr>
        <p:spPr/>
        <p:txBody>
          <a:bodyPr/>
          <a:lstStyle/>
          <a:p>
            <a:r>
              <a:rPr lang="en-GB"/>
              <a:t>Project</a:t>
            </a:r>
            <a:endParaRPr lang="en-GB" dirty="0"/>
          </a:p>
        </p:txBody>
      </p:sp>
      <p:sp>
        <p:nvSpPr>
          <p:cNvPr id="9" name="Slide Number Placeholder 8">
            <a:extLst>
              <a:ext uri="{FF2B5EF4-FFF2-40B4-BE49-F238E27FC236}">
                <a16:creationId xmlns:a16="http://schemas.microsoft.com/office/drawing/2014/main" id="{B88F7ED2-E1B2-7FE3-BE43-4D1E6DB8ABEA}"/>
              </a:ext>
            </a:extLst>
          </p:cNvPr>
          <p:cNvSpPr>
            <a:spLocks noGrp="1"/>
          </p:cNvSpPr>
          <p:nvPr>
            <p:ph type="sldNum" sz="quarter" idx="12"/>
          </p:nvPr>
        </p:nvSpPr>
        <p:spPr/>
        <p:txBody>
          <a:bodyPr/>
          <a:lstStyle/>
          <a:p>
            <a:fld id="{A50A5AA7-2A79-44FA-9B95-83E5EFBB2F73}" type="slidenum">
              <a:rPr lang="en-GB" smtClean="0"/>
              <a:pPr/>
              <a:t>9</a:t>
            </a:fld>
            <a:endParaRPr lang="en-GB" dirty="0"/>
          </a:p>
        </p:txBody>
      </p:sp>
      <p:sp>
        <p:nvSpPr>
          <p:cNvPr id="10" name="Rectangle: Rounded Corners 9">
            <a:extLst>
              <a:ext uri="{FF2B5EF4-FFF2-40B4-BE49-F238E27FC236}">
                <a16:creationId xmlns:a16="http://schemas.microsoft.com/office/drawing/2014/main" id="{5D984F5C-11A2-9551-FC7D-FD24B9BB52F1}"/>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11" name="Picture 10">
            <a:extLst>
              <a:ext uri="{FF2B5EF4-FFF2-40B4-BE49-F238E27FC236}">
                <a16:creationId xmlns:a16="http://schemas.microsoft.com/office/drawing/2014/main" id="{D7859B25-B46E-488E-2E8C-E8EE355B94CA}"/>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spTree>
    <p:extLst>
      <p:ext uri="{BB962C8B-B14F-4D97-AF65-F5344CB8AC3E}">
        <p14:creationId xmlns:p14="http://schemas.microsoft.com/office/powerpoint/2010/main" val="4214972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0"/>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4004126" y="1656728"/>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654957" y="1331690"/>
            <a:ext cx="4644155" cy="584775"/>
          </a:xfrm>
          <a:prstGeom prst="rect">
            <a:avLst/>
          </a:prstGeom>
          <a:noFill/>
        </p:spPr>
        <p:txBody>
          <a:bodyPr wrap="square" rtlCol="0">
            <a:spAutoFit/>
          </a:bodyPr>
          <a:lstStyle/>
          <a:p>
            <a:r>
              <a:rPr lang="en-GB" sz="3200" b="1" dirty="0">
                <a:solidFill>
                  <a:srgbClr val="2D2D2D"/>
                </a:solidFill>
                <a:latin typeface="Libre Baskerville" panose="02000000000000000000" pitchFamily="2" charset="0"/>
              </a:rPr>
              <a:t>Team and Timeline</a:t>
            </a:r>
          </a:p>
        </p:txBody>
      </p:sp>
      <p:sp>
        <p:nvSpPr>
          <p:cNvPr id="2" name="TextBox 1">
            <a:extLst>
              <a:ext uri="{FF2B5EF4-FFF2-40B4-BE49-F238E27FC236}">
                <a16:creationId xmlns:a16="http://schemas.microsoft.com/office/drawing/2014/main" id="{2B574BD8-9138-C6EE-55D9-CC56FED13FBD}"/>
              </a:ext>
            </a:extLst>
          </p:cNvPr>
          <p:cNvSpPr txBox="1"/>
          <p:nvPr/>
        </p:nvSpPr>
        <p:spPr>
          <a:xfrm>
            <a:off x="783770" y="2530929"/>
            <a:ext cx="6645729" cy="3267241"/>
          </a:xfrm>
          <a:prstGeom prst="rect">
            <a:avLst/>
          </a:prstGeom>
          <a:noFill/>
        </p:spPr>
        <p:txBody>
          <a:bodyPr wrap="square" rtlCol="0">
            <a:spAutoFit/>
          </a:bodyPr>
          <a:lstStyle/>
          <a:p>
            <a:pPr marL="0" algn="just" rtl="0" eaLnBrk="1" latinLnBrk="0" hangingPunct="1">
              <a:lnSpc>
                <a:spcPct val="107000"/>
              </a:lnSpc>
              <a:spcBef>
                <a:spcPts val="0"/>
              </a:spcBef>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endParaRPr lang="en-GB" sz="1200" dirty="0">
              <a:solidFill>
                <a:srgbClr val="2D2D2D"/>
              </a:solidFill>
              <a:effectLst/>
              <a:latin typeface="Switzer Light" pitchFamily="50" charset="0"/>
            </a:endParaRPr>
          </a:p>
          <a:p>
            <a:pPr algn="just"/>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p>
          <a:p>
            <a:pPr algn="just"/>
            <a:endParaRPr lang="en-GB" sz="1200" kern="100" dirty="0">
              <a:solidFill>
                <a:srgbClr val="2D2D2D"/>
              </a:solidFill>
              <a:latin typeface="Switzer Light" pitchFamily="50" charset="0"/>
              <a:ea typeface="Calibri" panose="020F0502020204030204" pitchFamily="34" charset="0"/>
              <a:cs typeface="Iskoola Pota" panose="020B0502040204020203" pitchFamily="34" charset="0"/>
            </a:endParaRPr>
          </a:p>
          <a:p>
            <a:pPr marL="0" algn="just" rtl="0" eaLnBrk="1" latinLnBrk="0" hangingPunct="1">
              <a:lnSpc>
                <a:spcPct val="107000"/>
              </a:lnSpc>
              <a:spcBef>
                <a:spcPts val="0"/>
              </a:spcBef>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endParaRPr lang="en-GB" sz="1200" dirty="0">
              <a:solidFill>
                <a:srgbClr val="2D2D2D"/>
              </a:solidFill>
              <a:effectLst/>
              <a:latin typeface="Switzer Light" pitchFamily="50" charset="0"/>
            </a:endParaRPr>
          </a:p>
        </p:txBody>
      </p:sp>
      <p:sp>
        <p:nvSpPr>
          <p:cNvPr id="15" name="Rectangle: Rounded Corners 14">
            <a:extLst>
              <a:ext uri="{FF2B5EF4-FFF2-40B4-BE49-F238E27FC236}">
                <a16:creationId xmlns:a16="http://schemas.microsoft.com/office/drawing/2014/main" id="{9CB1E22C-A5A4-E6B8-C223-7514E6E8B64C}"/>
              </a:ext>
            </a:extLst>
          </p:cNvPr>
          <p:cNvSpPr/>
          <p:nvPr/>
        </p:nvSpPr>
        <p:spPr>
          <a:xfrm>
            <a:off x="7968343" y="2442793"/>
            <a:ext cx="3673928" cy="3314700"/>
          </a:xfrm>
          <a:prstGeom prst="roundRect">
            <a:avLst>
              <a:gd name="adj" fmla="val 6815"/>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GB" sz="1800" kern="100" dirty="0">
                <a:solidFill>
                  <a:schemeClr val="bg1"/>
                </a:solidFill>
                <a:effectLst/>
                <a:latin typeface="Switzer"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a:t>
            </a:r>
            <a:endParaRPr lang="en-GB" dirty="0">
              <a:solidFill>
                <a:schemeClr val="bg1"/>
              </a:solidFill>
              <a:effectLst/>
            </a:endParaRPr>
          </a:p>
        </p:txBody>
      </p:sp>
      <p:grpSp>
        <p:nvGrpSpPr>
          <p:cNvPr id="14" name="Group 13">
            <a:extLst>
              <a:ext uri="{FF2B5EF4-FFF2-40B4-BE49-F238E27FC236}">
                <a16:creationId xmlns:a16="http://schemas.microsoft.com/office/drawing/2014/main" id="{062ADF2C-DFCD-4EF9-5CA4-2E67EE9D188E}"/>
              </a:ext>
            </a:extLst>
          </p:cNvPr>
          <p:cNvGrpSpPr/>
          <p:nvPr/>
        </p:nvGrpSpPr>
        <p:grpSpPr>
          <a:xfrm>
            <a:off x="8974537" y="1621419"/>
            <a:ext cx="1661540" cy="1661540"/>
            <a:chOff x="8672282" y="1208315"/>
            <a:chExt cx="2327728" cy="2327728"/>
          </a:xfrm>
        </p:grpSpPr>
        <p:sp>
          <p:nvSpPr>
            <p:cNvPr id="12" name="Oval 11">
              <a:extLst>
                <a:ext uri="{FF2B5EF4-FFF2-40B4-BE49-F238E27FC236}">
                  <a16:creationId xmlns:a16="http://schemas.microsoft.com/office/drawing/2014/main" id="{9D924B6B-A30B-E0C4-EC84-381E519C9CF7}"/>
                </a:ext>
              </a:extLst>
            </p:cNvPr>
            <p:cNvSpPr/>
            <p:nvPr/>
          </p:nvSpPr>
          <p:spPr>
            <a:xfrm>
              <a:off x="8672282" y="1208315"/>
              <a:ext cx="2327728" cy="2327728"/>
            </a:xfrm>
            <a:prstGeom prst="ellipse">
              <a:avLst/>
            </a:prstGeom>
            <a:gradFill flip="none" rotWithShape="1">
              <a:gsLst>
                <a:gs pos="0">
                  <a:schemeClr val="accent1">
                    <a:lumMod val="5000"/>
                    <a:lumOff val="95000"/>
                  </a:schemeClr>
                </a:gs>
                <a:gs pos="55000">
                  <a:srgbClr val="66CBC4"/>
                </a:gs>
                <a:gs pos="100000">
                  <a:schemeClr val="accent1">
                    <a:lumMod val="30000"/>
                    <a:lumOff val="7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Graphic 12" descr="User with solid fill">
              <a:extLst>
                <a:ext uri="{FF2B5EF4-FFF2-40B4-BE49-F238E27FC236}">
                  <a16:creationId xmlns:a16="http://schemas.microsoft.com/office/drawing/2014/main" id="{7F2D1490-1DCB-1251-0E54-271EB2FB2E6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4195" r="4195" b="13888"/>
            <a:stretch>
              <a:fillRect/>
            </a:stretch>
          </p:blipFill>
          <p:spPr>
            <a:xfrm>
              <a:off x="8672282" y="1331690"/>
              <a:ext cx="2327728" cy="2188024"/>
            </a:xfrm>
            <a:custGeom>
              <a:avLst/>
              <a:gdLst>
                <a:gd name="connsiteX0" fmla="*/ 610692 w 2327728"/>
                <a:gd name="connsiteY0" fmla="*/ 0 h 2188024"/>
                <a:gd name="connsiteX1" fmla="*/ 1717036 w 2327728"/>
                <a:gd name="connsiteY1" fmla="*/ 0 h 2188024"/>
                <a:gd name="connsiteX2" fmla="*/ 1718631 w 2327728"/>
                <a:gd name="connsiteY2" fmla="*/ 768 h 2188024"/>
                <a:gd name="connsiteX3" fmla="*/ 2327728 w 2327728"/>
                <a:gd name="connsiteY3" fmla="*/ 1024160 h 2188024"/>
                <a:gd name="connsiteX4" fmla="*/ 1163864 w 2327728"/>
                <a:gd name="connsiteY4" fmla="*/ 2188024 h 2188024"/>
                <a:gd name="connsiteX5" fmla="*/ 0 w 2327728"/>
                <a:gd name="connsiteY5" fmla="*/ 1024160 h 2188024"/>
                <a:gd name="connsiteX6" fmla="*/ 609097 w 2327728"/>
                <a:gd name="connsiteY6" fmla="*/ 768 h 218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7728" h="2188024">
                  <a:moveTo>
                    <a:pt x="610692" y="0"/>
                  </a:moveTo>
                  <a:lnTo>
                    <a:pt x="1717036" y="0"/>
                  </a:lnTo>
                  <a:lnTo>
                    <a:pt x="1718631" y="768"/>
                  </a:lnTo>
                  <a:cubicBezTo>
                    <a:pt x="2081436" y="197856"/>
                    <a:pt x="2327728" y="582246"/>
                    <a:pt x="2327728" y="1024160"/>
                  </a:cubicBezTo>
                  <a:cubicBezTo>
                    <a:pt x="2327728" y="1666944"/>
                    <a:pt x="1806648" y="2188024"/>
                    <a:pt x="1163864" y="2188024"/>
                  </a:cubicBezTo>
                  <a:cubicBezTo>
                    <a:pt x="521080" y="2188024"/>
                    <a:pt x="0" y="1666944"/>
                    <a:pt x="0" y="1024160"/>
                  </a:cubicBezTo>
                  <a:cubicBezTo>
                    <a:pt x="0" y="582246"/>
                    <a:pt x="246292" y="197856"/>
                    <a:pt x="609097" y="768"/>
                  </a:cubicBezTo>
                  <a:close/>
                </a:path>
              </a:pathLst>
            </a:custGeom>
          </p:spPr>
        </p:pic>
      </p:grpSp>
      <p:sp>
        <p:nvSpPr>
          <p:cNvPr id="7" name="Footer Placeholder 6">
            <a:extLst>
              <a:ext uri="{FF2B5EF4-FFF2-40B4-BE49-F238E27FC236}">
                <a16:creationId xmlns:a16="http://schemas.microsoft.com/office/drawing/2014/main" id="{1128953D-E53B-09CB-C4D0-23927045D0DD}"/>
              </a:ext>
            </a:extLst>
          </p:cNvPr>
          <p:cNvSpPr>
            <a:spLocks noGrp="1"/>
          </p:cNvSpPr>
          <p:nvPr>
            <p:ph type="ftr" sz="quarter" idx="11"/>
          </p:nvPr>
        </p:nvSpPr>
        <p:spPr/>
        <p:txBody>
          <a:bodyPr/>
          <a:lstStyle/>
          <a:p>
            <a:r>
              <a:rPr lang="en-GB"/>
              <a:t>Project</a:t>
            </a:r>
            <a:endParaRPr lang="en-GB" dirty="0"/>
          </a:p>
        </p:txBody>
      </p:sp>
      <p:sp>
        <p:nvSpPr>
          <p:cNvPr id="8" name="Slide Number Placeholder 7">
            <a:extLst>
              <a:ext uri="{FF2B5EF4-FFF2-40B4-BE49-F238E27FC236}">
                <a16:creationId xmlns:a16="http://schemas.microsoft.com/office/drawing/2014/main" id="{0BB811B6-B9ED-EA97-13D1-4F8690667D54}"/>
              </a:ext>
            </a:extLst>
          </p:cNvPr>
          <p:cNvSpPr>
            <a:spLocks noGrp="1"/>
          </p:cNvSpPr>
          <p:nvPr>
            <p:ph type="sldNum" sz="quarter" idx="12"/>
          </p:nvPr>
        </p:nvSpPr>
        <p:spPr/>
        <p:txBody>
          <a:bodyPr/>
          <a:lstStyle/>
          <a:p>
            <a:fld id="{A50A5AA7-2A79-44FA-9B95-83E5EFBB2F73}" type="slidenum">
              <a:rPr lang="en-GB" smtClean="0"/>
              <a:pPr/>
              <a:t>10</a:t>
            </a:fld>
            <a:endParaRPr lang="en-GB" dirty="0"/>
          </a:p>
        </p:txBody>
      </p:sp>
      <p:sp>
        <p:nvSpPr>
          <p:cNvPr id="9" name="Rectangle: Rounded Corners 8">
            <a:extLst>
              <a:ext uri="{FF2B5EF4-FFF2-40B4-BE49-F238E27FC236}">
                <a16:creationId xmlns:a16="http://schemas.microsoft.com/office/drawing/2014/main" id="{69BB41B9-062E-AAEB-D841-83F159EADF29}"/>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10" name="Picture 9">
            <a:extLst>
              <a:ext uri="{FF2B5EF4-FFF2-40B4-BE49-F238E27FC236}">
                <a16:creationId xmlns:a16="http://schemas.microsoft.com/office/drawing/2014/main" id="{350ACACC-6C5E-21F2-1B27-98529E4710F4}"/>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spTree>
    <p:extLst>
      <p:ext uri="{BB962C8B-B14F-4D97-AF65-F5344CB8AC3E}">
        <p14:creationId xmlns:p14="http://schemas.microsoft.com/office/powerpoint/2010/main" val="36304708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0"/>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4461327" y="1656728"/>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654958" y="1331690"/>
            <a:ext cx="5125356" cy="584775"/>
          </a:xfrm>
          <a:prstGeom prst="rect">
            <a:avLst/>
          </a:prstGeom>
          <a:noFill/>
        </p:spPr>
        <p:txBody>
          <a:bodyPr wrap="square" rtlCol="0">
            <a:spAutoFit/>
          </a:bodyPr>
          <a:lstStyle/>
          <a:p>
            <a:r>
              <a:rPr lang="en-GB" sz="3200" b="1" dirty="0">
                <a:solidFill>
                  <a:srgbClr val="2D2D2D"/>
                </a:solidFill>
                <a:latin typeface="Libre Baskerville" panose="02000000000000000000" pitchFamily="2" charset="0"/>
              </a:rPr>
              <a:t>Financial and Metrics</a:t>
            </a:r>
          </a:p>
        </p:txBody>
      </p:sp>
      <p:sp>
        <p:nvSpPr>
          <p:cNvPr id="2" name="TextBox 1">
            <a:extLst>
              <a:ext uri="{FF2B5EF4-FFF2-40B4-BE49-F238E27FC236}">
                <a16:creationId xmlns:a16="http://schemas.microsoft.com/office/drawing/2014/main" id="{2B574BD8-9138-C6EE-55D9-CC56FED13FBD}"/>
              </a:ext>
            </a:extLst>
          </p:cNvPr>
          <p:cNvSpPr txBox="1"/>
          <p:nvPr/>
        </p:nvSpPr>
        <p:spPr>
          <a:xfrm>
            <a:off x="914400" y="2498271"/>
            <a:ext cx="6355442" cy="1961627"/>
          </a:xfrm>
          <a:prstGeom prst="rect">
            <a:avLst/>
          </a:prstGeom>
          <a:noFill/>
        </p:spPr>
        <p:txBody>
          <a:bodyPr wrap="square" rtlCol="0">
            <a:spAutoFit/>
          </a:bodyPr>
          <a:lstStyle/>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a:t>
            </a:r>
            <a:r>
              <a:rPr lang="en-GB" sz="1200" kern="100" dirty="0">
                <a:solidFill>
                  <a:srgbClr val="2D2D2D"/>
                </a:solidFill>
                <a:effectLst/>
                <a:latin typeface="Switzer Light" pitchFamily="50" charset="0"/>
                <a:ea typeface="Calibri" panose="020F0502020204030204" pitchFamily="34" charset="0"/>
                <a:cs typeface="Calibri" panose="020F0502020204030204" pitchFamily="34" charset="0"/>
              </a:rPr>
              <a:t>header</a:t>
            </a: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 footer, cover page, and text box designs that complement each other. For example, you can add a matching cover page, header, and sidebar.</a:t>
            </a:r>
          </a:p>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a:t>
            </a:r>
          </a:p>
        </p:txBody>
      </p:sp>
      <p:sp>
        <p:nvSpPr>
          <p:cNvPr id="14" name="Footer Placeholder 13">
            <a:extLst>
              <a:ext uri="{FF2B5EF4-FFF2-40B4-BE49-F238E27FC236}">
                <a16:creationId xmlns:a16="http://schemas.microsoft.com/office/drawing/2014/main" id="{EBF337B5-9C2F-1DBC-B5AF-3C6967019AC0}"/>
              </a:ext>
            </a:extLst>
          </p:cNvPr>
          <p:cNvSpPr>
            <a:spLocks noGrp="1"/>
          </p:cNvSpPr>
          <p:nvPr>
            <p:ph type="ftr" sz="quarter" idx="11"/>
          </p:nvPr>
        </p:nvSpPr>
        <p:spPr/>
        <p:txBody>
          <a:bodyPr/>
          <a:lstStyle/>
          <a:p>
            <a:r>
              <a:rPr lang="en-GB"/>
              <a:t>Project</a:t>
            </a:r>
            <a:endParaRPr lang="en-GB" dirty="0"/>
          </a:p>
        </p:txBody>
      </p:sp>
      <p:sp>
        <p:nvSpPr>
          <p:cNvPr id="15" name="Slide Number Placeholder 14">
            <a:extLst>
              <a:ext uri="{FF2B5EF4-FFF2-40B4-BE49-F238E27FC236}">
                <a16:creationId xmlns:a16="http://schemas.microsoft.com/office/drawing/2014/main" id="{0348F78F-50B2-A9F4-28D4-E0945BC416A6}"/>
              </a:ext>
            </a:extLst>
          </p:cNvPr>
          <p:cNvSpPr>
            <a:spLocks noGrp="1"/>
          </p:cNvSpPr>
          <p:nvPr>
            <p:ph type="sldNum" sz="quarter" idx="12"/>
          </p:nvPr>
        </p:nvSpPr>
        <p:spPr/>
        <p:txBody>
          <a:bodyPr/>
          <a:lstStyle/>
          <a:p>
            <a:fld id="{A50A5AA7-2A79-44FA-9B95-83E5EFBB2F73}" type="slidenum">
              <a:rPr lang="en-GB" smtClean="0"/>
              <a:pPr/>
              <a:t>11</a:t>
            </a:fld>
            <a:endParaRPr lang="en-GB" dirty="0"/>
          </a:p>
        </p:txBody>
      </p:sp>
      <p:sp>
        <p:nvSpPr>
          <p:cNvPr id="16" name="Rectangle: Rounded Corners 15">
            <a:extLst>
              <a:ext uri="{FF2B5EF4-FFF2-40B4-BE49-F238E27FC236}">
                <a16:creationId xmlns:a16="http://schemas.microsoft.com/office/drawing/2014/main" id="{E3E6FFAE-F60C-8B4C-0BDC-511288A473BF}"/>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17" name="Picture 16">
            <a:extLst>
              <a:ext uri="{FF2B5EF4-FFF2-40B4-BE49-F238E27FC236}">
                <a16:creationId xmlns:a16="http://schemas.microsoft.com/office/drawing/2014/main" id="{8249304A-AA1C-A462-B053-92A2047B9B29}"/>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spTree>
    <p:extLst>
      <p:ext uri="{BB962C8B-B14F-4D97-AF65-F5344CB8AC3E}">
        <p14:creationId xmlns:p14="http://schemas.microsoft.com/office/powerpoint/2010/main" val="14965171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TotalTime>
  <Words>2438</Words>
  <Application>Microsoft Office PowerPoint</Application>
  <PresentationFormat>Widescreen</PresentationFormat>
  <Paragraphs>91</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Libre Baskerville</vt:lpstr>
      <vt:lpstr>Switzer</vt:lpstr>
      <vt:lpstr>Switzer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Hashitha Randev</dc:creator>
  <cp:lastModifiedBy>Hashitha Randev</cp:lastModifiedBy>
  <cp:revision>14</cp:revision>
  <dcterms:created xsi:type="dcterms:W3CDTF">2023-05-29T04:46:16Z</dcterms:created>
  <dcterms:modified xsi:type="dcterms:W3CDTF">2023-05-31T16:45:16Z</dcterms:modified>
</cp:coreProperties>
</file>